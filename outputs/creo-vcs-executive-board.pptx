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e6639c1ff14243" /><Relationship Type="http://schemas.openxmlformats.org/officeDocument/2006/relationships/extended-properties" Target="/docProps/app.xml" Id="R1cc1a3c48eea4580" /><Relationship Type="http://schemas.openxmlformats.org/officeDocument/2006/relationships/officeDocument" Target="/ppt/presentation.xml" Id="Ra266d04be1834e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21c605455448ae"/>
  </p:sldMasterIdLst>
  <p:notesMasterIdLst>
    <p:notesMasterId xmlns:r="http://schemas.openxmlformats.org/officeDocument/2006/relationships" r:id="Rd9f849412df04c8a"/>
  </p:notesMasterIdLst>
  <p:sldIdLst>
    <p:sldId xmlns:r="http://schemas.openxmlformats.org/officeDocument/2006/relationships" id="256" r:id="Rd2dda864d001417c"/>
    <p:sldId xmlns:r="http://schemas.openxmlformats.org/officeDocument/2006/relationships" id="257" r:id="R0a6dc524fa8a4afc"/>
    <p:sldId xmlns:r="http://schemas.openxmlformats.org/officeDocument/2006/relationships" id="258" r:id="R47e710f1bac94cd0"/>
    <p:sldId xmlns:r="http://schemas.openxmlformats.org/officeDocument/2006/relationships" id="259" r:id="R00860bb05fde49fc"/>
    <p:sldId xmlns:r="http://schemas.openxmlformats.org/officeDocument/2006/relationships" id="260" r:id="Rbed24ea5e13a40a3"/>
    <p:sldId xmlns:r="http://schemas.openxmlformats.org/officeDocument/2006/relationships" id="261" r:id="R0c067c819e9a4922"/>
    <p:sldId xmlns:r="http://schemas.openxmlformats.org/officeDocument/2006/relationships" id="262" r:id="Re9beae2bb04f4b2d"/>
    <p:sldId xmlns:r="http://schemas.openxmlformats.org/officeDocument/2006/relationships" id="263" r:id="Rb2bbf9c5374743de"/>
    <p:sldId xmlns:r="http://schemas.openxmlformats.org/officeDocument/2006/relationships" id="264" r:id="R22fab514ac1d44a3"/>
    <p:sldId xmlns:r="http://schemas.openxmlformats.org/officeDocument/2006/relationships" id="265" r:id="R6900010d5d24449a"/>
    <p:sldId xmlns:r="http://schemas.openxmlformats.org/officeDocument/2006/relationships" id="266" r:id="Rc3396060c7fe4b79"/>
    <p:sldId xmlns:r="http://schemas.openxmlformats.org/officeDocument/2006/relationships" id="267" r:id="R1c63bf0481cd43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1a48ee3ccd45dd" /><Relationship Type="http://schemas.openxmlformats.org/officeDocument/2006/relationships/slideMaster" Target="/ppt/slideMasters/slideMaster1.xml" Id="R8d21c605455448ae" /><Relationship Type="http://schemas.openxmlformats.org/officeDocument/2006/relationships/notesMaster" Target="/ppt/notesMasters/notesMaster1.xml" Id="Rd9f849412df04c8a" /><Relationship Type="http://schemas.openxmlformats.org/officeDocument/2006/relationships/presProps" Target="/ppt/presProps.xml" Id="R3e83bc78e67942f0" /><Relationship Type="http://schemas.openxmlformats.org/officeDocument/2006/relationships/tableStyles" Target="/ppt/tableStyles.xml" Id="R5840e8f2e4d34df7" /><Relationship Type="http://schemas.openxmlformats.org/officeDocument/2006/relationships/slide" Target="/ppt/slides/slide1.xml" Id="Rd2dda864d001417c" /><Relationship Type="http://schemas.openxmlformats.org/officeDocument/2006/relationships/slide" Target="/ppt/slides/slide2.xml" Id="R0a6dc524fa8a4afc" /><Relationship Type="http://schemas.openxmlformats.org/officeDocument/2006/relationships/slide" Target="/ppt/slides/slide3.xml" Id="R47e710f1bac94cd0" /><Relationship Type="http://schemas.openxmlformats.org/officeDocument/2006/relationships/slide" Target="/ppt/slides/slide4.xml" Id="R00860bb05fde49fc" /><Relationship Type="http://schemas.openxmlformats.org/officeDocument/2006/relationships/slide" Target="/ppt/slides/slide5.xml" Id="Rbed24ea5e13a40a3" /><Relationship Type="http://schemas.openxmlformats.org/officeDocument/2006/relationships/slide" Target="/ppt/slides/slide6.xml" Id="R0c067c819e9a4922" /><Relationship Type="http://schemas.openxmlformats.org/officeDocument/2006/relationships/slide" Target="/ppt/slides/slide7.xml" Id="Re9beae2bb04f4b2d" /><Relationship Type="http://schemas.openxmlformats.org/officeDocument/2006/relationships/slide" Target="/ppt/slides/slide8.xml" Id="Rb2bbf9c5374743de" /><Relationship Type="http://schemas.openxmlformats.org/officeDocument/2006/relationships/slide" Target="/ppt/slides/slide9.xml" Id="R22fab514ac1d44a3" /><Relationship Type="http://schemas.openxmlformats.org/officeDocument/2006/relationships/slide" Target="/ppt/slides/slide10.xml" Id="R6900010d5d24449a" /><Relationship Type="http://schemas.openxmlformats.org/officeDocument/2006/relationships/slide" Target="/ppt/slides/slide11.xml" Id="Rc3396060c7fe4b79" /><Relationship Type="http://schemas.openxmlformats.org/officeDocument/2006/relationships/slide" Target="/ppt/slides/slide12.xml" Id="R1c63bf0481cd43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f37972eb0343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28d64d8c5b4a14" /><Relationship Type="http://schemas.openxmlformats.org/officeDocument/2006/relationships/notesMaster" Target="/ppt/notesMasters/notesMaster1.xml" Id="Rdc90eb8419d149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3e884dc4484685" /><Relationship Type="http://schemas.openxmlformats.org/officeDocument/2006/relationships/notesMaster" Target="/ppt/notesMasters/notesMaster1.xml" Id="Re5282cd1022d47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3d262b252e4319" /><Relationship Type="http://schemas.openxmlformats.org/officeDocument/2006/relationships/notesMaster" Target="/ppt/notesMasters/notesMaster1.xml" Id="Rfc52d262aab043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7f7b50b06f4fa9" /><Relationship Type="http://schemas.openxmlformats.org/officeDocument/2006/relationships/notesMaster" Target="/ppt/notesMasters/notesMaster1.xml" Id="Re2ad22f8986a4a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13b50ebe184d4b" /><Relationship Type="http://schemas.openxmlformats.org/officeDocument/2006/relationships/notesMaster" Target="/ppt/notesMasters/notesMaster1.xml" Id="R32a5ef2e463645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f878e8ab004964" /><Relationship Type="http://schemas.openxmlformats.org/officeDocument/2006/relationships/notesMaster" Target="/ppt/notesMasters/notesMaster1.xml" Id="R77747f89e2e548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ef34f04a9e4248" /><Relationship Type="http://schemas.openxmlformats.org/officeDocument/2006/relationships/notesMaster" Target="/ppt/notesMasters/notesMaster1.xml" Id="Re2179fe5f1e642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0e61506d8845c5" /><Relationship Type="http://schemas.openxmlformats.org/officeDocument/2006/relationships/notesMaster" Target="/ppt/notesMasters/notesMaster1.xml" Id="R1f37a52b318d43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f49d5ab14d40a2" /><Relationship Type="http://schemas.openxmlformats.org/officeDocument/2006/relationships/notesMaster" Target="/ppt/notesMasters/notesMaster1.xml" Id="R6e1f2a57249b42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ead5ddc3524c2a" /><Relationship Type="http://schemas.openxmlformats.org/officeDocument/2006/relationships/notesMaster" Target="/ppt/notesMasters/notesMaster1.xml" Id="R78697328530145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0d79d167384ccc" /><Relationship Type="http://schemas.openxmlformats.org/officeDocument/2006/relationships/notesMaster" Target="/ppt/notesMasters/notesMaster1.xml" Id="Rfe169c6b687f43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af3e8deed847df" /><Relationship Type="http://schemas.openxmlformats.org/officeDocument/2006/relationships/notesMaster" Target="/ppt/notesMasters/notesMaster1.xml" Id="Rb63563b200e24a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bdd21a40b40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85b527099646bf" /><Relationship Type="http://schemas.openxmlformats.org/officeDocument/2006/relationships/slideLayout" Target="/ppt/slideLayouts/slideLayout1.xml" Id="Rec0c46adf08d4c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0c46adf08d4c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eb43ec79b43de" /><Relationship Type="http://schemas.openxmlformats.org/officeDocument/2006/relationships/notesSlide" Target="/ppt/notesSlides/notesSlide1.xml" Id="R849244da2fd34f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bdcdd0fb14614" /><Relationship Type="http://schemas.openxmlformats.org/officeDocument/2006/relationships/notesSlide" Target="/ppt/notesSlides/notesSlide2.xml" Id="Rc7e37c88fc604b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2f33d15984453" /><Relationship Type="http://schemas.openxmlformats.org/officeDocument/2006/relationships/notesSlide" Target="/ppt/notesSlides/notesSlide3.xml" Id="R434bdd4cc56549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ba4cbad654bae" /><Relationship Type="http://schemas.openxmlformats.org/officeDocument/2006/relationships/notesSlide" Target="/ppt/notesSlides/notesSlide4.xml" Id="R700ed30a28eb49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37083189f4732" /><Relationship Type="http://schemas.openxmlformats.org/officeDocument/2006/relationships/notesSlide" Target="/ppt/notesSlides/notesSlide5.xml" Id="Rae5415bf05c844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479a683f44051" /><Relationship Type="http://schemas.openxmlformats.org/officeDocument/2006/relationships/notesSlide" Target="/ppt/notesSlides/notesSlide6.xml" Id="R32fab9c08edd48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1dfbc2e324461" /><Relationship Type="http://schemas.openxmlformats.org/officeDocument/2006/relationships/notesSlide" Target="/ppt/notesSlides/notesSlide7.xml" Id="R782ba89ea6bc4a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864c9ec4441b7" /><Relationship Type="http://schemas.openxmlformats.org/officeDocument/2006/relationships/notesSlide" Target="/ppt/notesSlides/notesSlide8.xml" Id="Rce7fb0277e994c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449fe1d6a4432" /><Relationship Type="http://schemas.openxmlformats.org/officeDocument/2006/relationships/notesSlide" Target="/ppt/notesSlides/notesSlide9.xml" Id="R587bcca3df474c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3c2e6b50a4df0" /><Relationship Type="http://schemas.openxmlformats.org/officeDocument/2006/relationships/notesSlide" Target="/ppt/notesSlides/notesSlide10.xml" Id="Ra61e88659f5a4e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183604dc44439" /><Relationship Type="http://schemas.openxmlformats.org/officeDocument/2006/relationships/notesSlide" Target="/ppt/notesSlides/notesSlide11.xml" Id="R9d3488cd9b9245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cbb5f504c4eb3" /><Relationship Type="http://schemas.openxmlformats.org/officeDocument/2006/relationships/notesSlide" Target="/ppt/notesSlides/notesSlide12.xml" Id="Re79c42e8bc8445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6759E0-092E-4915-B817-A68A8273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571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B1220"/>
                </a:solidFill>
              </a:defRPr>
            </a:pPr>
            <a:r>
              <a:rPr sz="4800" b="1">
                <a:solidFill>
                  <a:srgbClr val="0B1220"/>
                </a:solidFill>
              </a:rPr>
              <a:t>Creo VCS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CA53B-9D8C-4D3D-A5C3-DC646D3C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174"/>
                </a:solidFill>
              </a:defRPr>
            </a:pPr>
            <a:r>
              <a:rPr sz="2100" b="0">
                <a:solidFill>
                  <a:srgbClr val="586174"/>
                </a:solidFill>
              </a:rPr>
              <a:t>Plateforme de gestion, traçabilité et gouvernance des données mécaniques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1A9A2-4335-43EE-9532-87CED1DD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266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40919-D0F2-46E8-8BB4-C173A99D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Objectif de la présentation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FEC04-278F-4C96-90A0-3E2C125E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Montrer la valeur ajoutée pour l'équipe mécanique, la direction projet et la qualité: moins de risque, plus de visibilité, une traçabilité complète.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7692F-EB95-4C6B-98BD-10DBA44C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19150"/>
            <a:ext cx="25717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FD8F2-806B-424B-97D6-B1034AB1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38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Jira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9E340-5337-40A1-9861-CB287A5E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1F733-194F-40E1-8103-C977AD13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3794B-9D9B-4CEA-B231-D0D0E404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CFCB9-6A65-4055-ACD5-11608A66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956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Commit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78535-9252-4AA3-9841-12BFF818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100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AC9D8-9AF6-4CD3-9200-35B0CBF7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243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Fichiers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37276-01D9-4FBB-8996-C9616A98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EF3F7-8D9E-4A95-9A69-ABECBD4E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967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76A4AC-DBB3-4051-9DDA-D6105118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7430A-450F-4812-B966-4A6AD0D3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Message exécutif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78BD5-3434-4EA1-89C1-C1FC07DC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42505-0D5F-4A06-ACBC-51FF63EF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Creo VCS transforme un dossier projet dispersé en un système de pilotage technique: chaque modification, problème, fichier natif et export d'ingénierie devient traçable.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F25CB-5B4A-4918-8FE9-E636EF42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58F9C-6214-409F-8D2B-D28365AF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DB92B-8E69-4D67-9A03-8A4E3ED3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1 chaîne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30762-2D4D-490E-A8C8-50EB4309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Traçabilité complète: problème → décision → fichier →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75912-BDA9-400F-B750-A98BFDF1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E9DC0-B83C-448F-A109-8989448A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44B39-3646-4E14-9D81-33B5537F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528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Moins d'erreurs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4AA42-447F-4C54-AC07-6D0D78AF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8481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Réduction du risque de travailler sur la mauvaise 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F6F8C-75E5-401F-99E9-089A9C85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B6F2F-A056-4AB2-9235-ED10188F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9E1F3-005F-4725-AF02-C73B05D7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528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Plus clair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762BD-139B-40A3-AA0F-98707169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481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Base factuelle pour les revues, audits et arbitrages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F6EAC-7711-41A1-8248-ABA045FA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174"/>
                </a:solidFill>
              </a:defRPr>
            </a:pPr>
            <a:r>
              <a:rPr sz="1800" b="0">
                <a:solidFill>
                  <a:srgbClr val="586174"/>
                </a:solidFill>
              </a:rPr>
              <a:t>Ce n'est pas seulement un outil de stockage: c'est une couche de gouvernance opérationnelle pour l'équipe mécanique.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EB398-11A4-4368-8E89-58915EDC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DF348-3B9E-4968-BDCE-25B95D06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4899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EF65FF-89E4-4914-912D-EE92C2E6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8E65D-1A15-4369-A491-AD37C661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Les limites du fonctionnement actuel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65662-17EC-4021-A95E-7D14CED8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3A419-025A-401B-A998-33632F26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3333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AF7F0-78D5-4A7B-8F71-84E2B075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333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2CD45-F76D-4E10-BAE4-E4483ECE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57400"/>
            <a:ext cx="3333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DE509-F514-4058-86F0-3A69D6EF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Versioning fragile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F148C-0B15-4B75-ABCE-021166FE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1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A7971-32CD-4D52-B83F-EAA29C21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Fichiers copiés ou renommés manuellement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BF0B0-2D09-4E60-8B74-A051ADCB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38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420DF-D3F6-47DF-ACB1-B646B366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Difficulté à savoir quelle version est validée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D1C45-F76F-4137-8B5C-A25A88BA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57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19AFF-1613-45C0-A9C4-075E0DE9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Risque de confusion entre PRD/ASM/DRW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A9642-197A-41C2-A8BA-2688AF24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81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Traçabilité dispersée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006F9-9D82-47D0-9259-D25FD4F6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81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D1DBD-5DE6-4A4C-BDB4-D18E57EC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718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Issues, emails, exports et fichiers séparés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FDE35-2338-4A37-9176-CF31D1C5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438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F1059-56A0-4DC5-9154-8F3F506F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290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Lien faible entre décision et modification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2BB28-FA35-49C4-AC82-08709549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957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FA8F6D-DD1B-4D66-8E00-DE05FE88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862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Historique difficile à reconstruire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69485-534A-4B23-B430-E6407BEE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Pilotage incomplet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E141B-77AF-4853-A402-9BAB9872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81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F4D7EA-FC4E-4010-AC14-5BC6A939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Peu de visibilité sur ce qui bloque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7FD34-573F-4E41-9818-7A319591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38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83959E-C578-4636-899E-870CFB41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Audits et revues longs à préparer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D1C23A-03E7-4E67-8542-66B0B036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957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E8511C-CDBF-4D8A-B302-38AB1C27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862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Dépendance aux personnes clés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09221C-74E9-4D41-97EB-1BF7B947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439F81-19FC-4B49-871B-366BC5A0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46646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18F0EF-1ED3-4E3B-AB48-53B417B7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66382-51BE-4F4F-B617-4120EDD0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La valeur ajoutée pour l'entreprise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B9EF1-FDB2-4FC4-9FDD-FF76D588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A09A9-87DC-4449-BEAB-65002419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La valeur de Creo VCS est de rendre le travail mécanique vérifiable, partageable et pilotable.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3A138-1894-4F39-A180-801FD84D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D07C2-15B4-45C5-88F8-BD514D7F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C0E35-0567-4803-8AF9-C96255B5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Maîtrise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7FD25-E449-4730-A62C-99CC1366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Qualité: chaque correction est reliée à un problème et à une preuve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6B09C-F0AF-4F4B-B2CA-6F41FACD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19261-0E53-48F7-AB09-8D89F0FC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BF5D4-9960-469A-BB9E-F144600F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623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Vitesse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D3512-4624-402F-8110-E4C92DA1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657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Délais: moins de recherche manuelle, moins de reprises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33B43-8799-440C-BE3D-C1FADF07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5ED3A-D753-4821-AB74-F42D2D79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70A40-79D2-4C36-B68C-A84578BA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623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Pilotage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6558E-F19A-4736-AE91-C43032E0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576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Management: vision claire des statuts, décisions, responsabilités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ED679-1C4E-4F29-84F5-8A783425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62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43E84-7BFE-4586-8780-BD98F53E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Standardise la manière de travailler sans casser l'usage Creo existant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0C6D1-5BBA-46B6-81E3-F9568004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FCD15-06A5-46E2-A18D-D7A814B1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Crée une mémoire technique projet exploitable après les départs, audits ou relances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5B770-2289-425A-AB4B-39B682A5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9A8EB-E035-4018-9E50-609D00DD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3880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Prépare l'intégration future avec Jira, SQL Server/PostgreSQL et reporting avancé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B95F3-8522-4AC4-B0F6-1C16880D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319CD1-71E1-451F-9164-5EBC72E6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8620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0BA3AD-469D-4D38-BB27-69F8FD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8B90F-6AFF-482E-B390-6C84F147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Ce que fait Creo VCS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391D1-4B21-493C-8C8D-2100DB71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A6E4F-4F8E-4A07-81E1-18D9D965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3333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46E74-D5A1-47AF-A2E3-DD625F61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BOM &amp; fichiers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FE6DD-1DBE-426F-8B22-2C4E6EBD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Structure produit, pièces, assemblages, dessins et fichiers associés.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54895-8276-4F0F-A2CF-6D510D30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3333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87AB8-1B72-4C1A-A1FE-36B4CAF3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Commit /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27D41-05C3-40D5-B0DF-550D3E68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289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Création de versions, validation, restauration et historique groupé.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1F257-AE5F-4729-A1FC-E76F64C5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3333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8E3AE-8FCD-4F34-B5C1-48C58D9F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Issues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433C8-72D9-4BA8-97D6-1FF40AAD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Suivi des problèmes, assignation, statut, historique et résolution.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35C98-ACC5-4A9C-A924-400CDBA5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3333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4A5E9-BF73-417A-8327-1C174406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Traceability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AF9F1-B948-4404-AB0C-F942BE81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Liens entre issue, commit, fichier natif, PDF, STEP, rapport et Jira.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DA1C9-AC35-4AE3-87CA-9455607E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95700"/>
            <a:ext cx="3333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3A428-88C2-432E-AFD6-03CD52A9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905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Export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C8962-0618-4E9F-B078-227962F5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48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Package complet pour revue: Excel, pièces jointes, exports et preuves.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EFBD9-906C-489D-8CCF-4D18906E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95700"/>
            <a:ext cx="3333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27E80-A60A-43EB-B333-9F9DD1A3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05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Administration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725B4-25FD-4F5B-B446-D45CDAC9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481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Utilisateurs, rôles, projets, configuration, métadonnées et licences.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E7C82-C75C-4E00-9C29-7F080C55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3ADA63-7C8F-4AB5-9F7F-6F2D5B2C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905778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5F13C2-FF6F-4C73-B391-38C8F61B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0A56A-C3C5-48A9-A8C6-62339994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Chaîne de traçabilité 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DFEF9-6909-469D-A943-F25D8ACD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55E1E-A013-49E3-B367-2D45B444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52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42C60-B47F-41C7-9DB4-C7FEB047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F9EE8-C611-4D0A-8680-5EEB7630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Jira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3537E-02AE-4034-ACDB-71FD75BD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174"/>
                </a:solidFill>
              </a:defRPr>
            </a:pPr>
            <a:r>
              <a:rPr sz="1050" b="0">
                <a:solidFill>
                  <a:srgbClr val="586174"/>
                </a:solidFill>
              </a:rPr>
              <a:t>Ticket externe optionnel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5A39C-522A-4311-9734-F4852C38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90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BFBBB-0319-42B6-8800-BF48F5D4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71750"/>
            <a:ext cx="152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87809-ED08-4000-9C6D-4F0153B3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71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468E7-1C21-4856-BFA1-73600223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Issue interne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C1262-B0D0-477E-B953-13355259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174"/>
                </a:solidFill>
              </a:defRPr>
            </a:pPr>
            <a:r>
              <a:rPr sz="1050" b="0">
                <a:solidFill>
                  <a:srgbClr val="586174"/>
                </a:solidFill>
              </a:rPr>
              <a:t>Source locale de vérité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2DA70-BD80-4DA5-A473-51008577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FB4BE-F740-42EC-9C54-5068D549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52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FFCA1-02C4-4294-8B89-751ABC11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8F423-CD2A-4A13-B9A3-6CCFD4B2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384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Fichiers Creo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9BD6E-74DA-4C44-9CFB-629D4D32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174"/>
                </a:solidFill>
              </a:defRPr>
            </a:pPr>
            <a:r>
              <a:rPr sz="1050" b="0">
                <a:solidFill>
                  <a:srgbClr val="586174"/>
                </a:solidFill>
              </a:rPr>
              <a:t>.prt / .asm / .drw affectés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E89BD-35E7-4D5B-B517-75219550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90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0E2BD-F304-49AE-80D5-050EECFC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152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4EA3A-DE74-4181-B35D-05A294EE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205A38-D749-4DF1-85EF-74DF0A95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384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F2843-895B-437A-AC66-03486567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174"/>
                </a:solidFill>
              </a:defRPr>
            </a:pPr>
            <a:r>
              <a:rPr sz="1050" b="0">
                <a:solidFill>
                  <a:srgbClr val="586174"/>
                </a:solidFill>
              </a:rPr>
              <a:t>Correction ou évolution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A4A700-FAD8-46D3-B701-1904E374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C4298-F765-4DB2-8FF8-B939D96A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52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26EF49-D6DF-4C37-A71E-E029D3CB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8D7BBC-7986-4B1E-B67F-763FB3F5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Exports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52662A-6FD7-4466-8E9C-739D4E35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174"/>
                </a:solidFill>
              </a:defRPr>
            </a:pPr>
            <a:r>
              <a:rPr sz="1050" b="0">
                <a:solidFill>
                  <a:srgbClr val="586174"/>
                </a:solidFill>
              </a:rPr>
              <a:t>PDF / STEP / rapports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3D440D-2CE8-4CE8-8C35-B1D4FECD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908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33758F-3B91-4113-9A94-811AE1E3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71750"/>
            <a:ext cx="152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F4096D-D4D1-482E-A45D-D4DE746D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717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BE3907-8FD0-4A70-93A0-F545AE66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384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Package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739330-D8C9-4427-B4D3-92F6E50D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813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86174"/>
                </a:solidFill>
              </a:defRPr>
            </a:pPr>
            <a:r>
              <a:rPr sz="1050" b="0">
                <a:solidFill>
                  <a:srgbClr val="586174"/>
                </a:solidFill>
              </a:rPr>
              <a:t>Preuve exportable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6714C8-4467-4214-BBEB-FDAD51F8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624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Principe clé: Jira ne remplace pas l'issue interne. Il devient une référence externe liée à la traçabilité locale.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D6433E-5B57-4517-A4FC-B3C09D6A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694FF9-5EC8-4058-9ACA-E6B64DE4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55289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C63AE8-DB59-4DA4-B335-45EE2693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7B7C5-67BA-4264-88E9-2867BFB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Guide utilisateur: scénario quotidien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EAFB5-9219-4309-AF47-661095EC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A847D-F3BC-4755-B520-126B7A41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42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3AC2C-D194-4AC1-ACF3-93B0950D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76C6F-297D-4D9D-A4E6-3F492668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8B7FE-F2B3-4175-95CE-75E2DD14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86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Sélectionner le projet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4E62A-61F1-43D4-97CE-70BB2B39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670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L'utilisateur choisit le projet et la version de travail.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F9F67-93AB-431D-AC5F-A58E3559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102F9-26D2-42DC-917A-ADB707C1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EC9EC-028C-4E6A-A63B-0F571D6F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A4FC3-9230-4E37-8182-F653031E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86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Consulter la BOM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C11FC-4EE7-4332-AE7E-939EE1A0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670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Il identifie la pièce, l'assemblage ou le dessin concerné.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070B2-56FD-4AA9-A3A7-0F41FF84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342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B5BA1-1539-4AA7-9DC0-7271157B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F889E-7BE5-4671-B549-B69CE67C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82D84-1308-48A6-A313-53D1F4A3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Créer ou ouvrir une issue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58D514-1571-42DF-98B3-873FED2B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Il documente le problème, le statut, l'assignation et les fichiers liés.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7ECB8-9C78-4CE9-BFBE-39C12F05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342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4A3146-9A15-4AE0-BABF-5A93C653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38648-968C-4F5F-A08A-5843F746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C15D1-9870-4431-8727-2373FA3F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95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Commit &amp;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9FA487-D10B-46BB-ADB2-C4C5AA02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La correction est liée à l'issue, validée, poussée et historisée.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23E67-43A0-4413-9974-133DEC12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342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5A488-1A6F-4A5B-84E8-25C127E7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8AF2B0-7AAC-4D51-9192-DFD82DEC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4A5AA5-D36D-420B-8038-64C4A44E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95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Lier les exports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3D74FA-00A1-4ADF-A82B-9D8BD996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767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PDF, STEP, capture, rapport ou validation deviennent des fichiers traçables.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44CEED-A03B-47A1-AD5B-3F35FB0B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42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FDD000-87F6-4E71-AC5E-EC384B5C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575F4D-A397-43C8-8A62-BEE9787E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8F3BAB-43F2-4774-9F2D-3CE60458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Exporter le dossier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344D43-1438-4BC1-A918-4CB41090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Le package fournit la preuve complète pour revue ou audit.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9CC922-8BBC-489E-AA45-A64AA424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618F1E-DC47-42D5-98FB-7C2D31C7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838222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E27F4E-2055-465B-B48F-158A3D18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678BB-459C-45E2-AF0B-0E0F7BD0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Ce que voit un chef de projet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B0D5D-9380-473E-8EE0-F4E8C5DD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66BFB-CA03-4F9C-985F-257EF746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50482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BEBF7-2547-4F60-BEAF-D30785D4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Questions auxquelles l'app répond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583BD-C070-4546-9487-EC94A5A0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4A633-8861-4BD4-9EF6-7DA8D545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99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Quels problèmes sont ouverts ou résolus 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3AB55-D43F-48A8-A300-20A9C223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A294C-F815-477D-A160-62C94AEA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Quel commit a corrigé quel problème 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30FE2-B0E8-4889-97BC-EE922FD9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3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A7290-09AD-48F7-A1EA-A17F95B6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Quels fichiers Creo et exports sont impactés 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E29C7-73FB-49B9-A6B3-9665A0D2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E7EAB-38E5-47AC-B3AB-D5A4E154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Qui a modifié, validé, restauré ou rouvert 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D2DA3-C9EF-4C44-A98A-334D2862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E6AF6-AF11-4E32-BD78-B9F9295D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Quelle preuve transmettre à la qualité ou au client 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8C293-A5DF-4367-A340-AB6A2E62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3530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05808-F386-4626-952D-1A93B705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812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Résultat attendu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1449B1-714E-4450-AF25-A8A529C8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52750"/>
            <a:ext cx="4171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Une lecture management du travail mécanique: pas seulement des fichiers, mais des décisions, responsabilités, statuts et preuves.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F6159-8279-4264-852C-ECFC11D2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74"/>
                </a:solidFill>
              </a:defRPr>
            </a:pPr>
            <a:r>
              <a:rPr sz="1500" b="0">
                <a:solidFill>
                  <a:srgbClr val="586174"/>
                </a:solidFill>
              </a:rPr>
              <a:t>L'application devient un support de revue projet, de passation et d'audit.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29EC0-C85D-4386-B393-D92106C9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C215F-EAE6-4C8A-8DC0-68C718C6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12925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4F7A35-65A6-4971-AC9A-5A2BCDDF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21CCA-CD4F-498D-A87E-AFBCDCC1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Gouvernance et robustesse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E5907-2186-4B30-B3EA-D12B2B31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5256C-C147-4CCE-865F-144B8851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859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A0A32-0A90-4D64-858E-5CFC3FFD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7645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Validation atomique: si un fichier pose problème, l'opération complète s'arrête.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6167F-74A7-48BF-B15E-5DB17A30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26C14-E1DB-4DDD-935E-F45140A0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Historique conservé: commits, restaurations et réouvertures restent visibles.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E360B-3A5B-4EEE-9578-6EA79498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9C2B9-6C2A-43C5-9CAE-0C1D2C49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Droits utilisateurs: rôles, permissions et administration contrôlée.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4E33D-61C7-4751-B1DE-EC698DDC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8391B-D813-41E5-9818-77BD4F7E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Version et licence: métadonnées pour maîtriser la compatibilité.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9F7CC-8B0D-477F-A7F4-9971641D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22FC9-AE24-4934-8D3E-18477BC2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Export sécurisé: fichiers d'entrée, sorties d'ingénierie, Excel et historique.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8325F-44F8-4B8E-8884-4F366C4F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CCC98-C066-455A-8ACD-11EC2146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52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Objectif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5199F-EF7C-47EB-BE78-757945EC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8610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Moins de dépendance aux habitudes individuelles.</a:t>
            </a:r>
          </a:p>
          <a:p xmlns:a="http://schemas.openxmlformats.org/drawingml/2006/main">
            <a:pPr algn="ctr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Plus de règles communes.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7DFCC-F6C1-4958-B2DE-CA14C999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80FBE-71B6-445D-8F78-CCC2AEED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89907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41DE72-9D52-4209-94CB-98415107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F22E9-4E74-45DB-90FE-A0FFFB60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Indicateurs de valeur à suivre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C3688-711A-41B9-9993-1111D0D9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BE8A6-DF15-4B0A-A74F-4B8256BD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FC1B0-EBEB-4434-A56A-14A0D85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6A518-9E25-4E38-8C5B-876B6FFE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-30 à -50%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23762-B17B-4754-BF64-9267B23D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Temps de préparation des revues projet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54FB8-C4B3-4D4B-8F3D-4FB2D078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73667-A2BD-4BE5-B4F0-A2B0F608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8680B-9434-4C89-A258-40936464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193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En baisse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28F10-1618-4624-B240-3728B80A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146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Incidents liés aux mauvaises versions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A2281-62EB-48B5-9185-6F81B0F7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333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EA341-7FF7-408B-8876-773AB1A1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28A78-67C3-4870-B194-EE7E11C7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193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Objectif 100%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562A61-D37A-4AFF-A21D-F447FADF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146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Issues avec preuve complète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25C84-2BC1-4865-96EE-DE9BAC7B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1087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BD292-569B-44D4-BCBF-731F99EF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Mesure simple proposée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29D73E-4BAB-41FE-8AED-E81EAFB3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Après déploiement, suivre chaque mois: nombre d'issues créées/résolues, commits validés, restaurations, exports de dossiers, fichiers liés et écarts détectés en revue.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1F544-26F4-455D-9071-0066CF78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76CA9-F954-4C2D-B223-DBD4F570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725065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8F9FB8-300E-4869-9B84-90F349F2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1B10F-AC20-4254-A00B-BD37E2BA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Évolution d'architecture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E2E5E-6B60-4F55-B147-5D907EE8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127F7-0B7C-436A-AE7D-21C528E7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E8D76-5F77-4DEC-AA8A-E4408909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D7A84-92F3-4B78-AF3D-D963F2D4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C6709-9359-4A1E-A942-02D5E062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81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Aujourd'hui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5E955-4832-4F0A-A616-DABCDBEA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Application desktop + base locale/partagée + coffre fichiers.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5DA5B-457B-44E6-B894-67EA56F0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9456A-AF67-4808-B54C-34B451E0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4D6E8-67E8-485B-8A83-E580476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81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90F65-9090-4A8D-93AC-B901C259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81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Optimisation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318B3-A983-4603-B9DF-3F47C605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762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Court terme: cache local, requêtes groupées, transactions courtes, index DB.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13EEE-4342-414C-807C-B165D8DA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D879A-7780-4604-8D18-7344973B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3D5EA-043B-4D9A-A1DD-98F818F4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6FE0C-F87D-40F1-AA33-8E6C38FB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Cible 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CFB24-8922-49F9-AA12-5C256556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622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Serveur applicatif + PostgreSQL/SQL Server + coffre central.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1A8D1-F392-4D1C-A0C6-BE46C65E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La cible serveur permet plus de performance, sécurité, audit, multi-utilisateur et intégration Jira/API sans exposer la base directement aux postes.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E18F86-1D5E-4D1F-BD4A-CAA8D75F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513B6E-AB39-4885-A31C-B944468D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003317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34D470-6CFB-4C90-8848-A5816A7C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00DD6-D385-4F1A-BFB0-FE573E85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95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Décision attendue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C583A-5E90-474F-A37D-08ACEA6F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392E1-2E0E-491E-A7BC-7F54E451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220"/>
                </a:solidFill>
              </a:defRPr>
            </a:pPr>
            <a:r>
              <a:rPr sz="2400" b="1">
                <a:solidFill>
                  <a:srgbClr val="0B1220"/>
                </a:solidFill>
              </a:rPr>
              <a:t>Valider Creo VCS comme socle de traçabilité mécanique et lancer un pilote contrôlé sur un projet représentatif.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3C1DA-ECE2-41D8-903B-BB85B5D7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6080D-FE7D-41C5-926F-88092489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D5DD2-753E-4949-9CB0-FED6F103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5755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6D79B-1DFC-4BE5-85A6-55A1CEE7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1. Pilote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F275D2-09C3-4654-B794-FEEDA6EA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</a:defRPr>
            </a:pPr>
            <a:r>
              <a:rPr sz="1350" b="0">
                <a:solidFill>
                  <a:srgbClr val="586174"/>
                </a:solidFill>
              </a:rPr>
              <a:t>Choisir un projet mécanique avec BOM, issues et exports réels.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4AE76-0D59-4F09-81C7-D582B20C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62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2. Mesure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4F16B-806E-4717-8DA2-CEC4D47F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00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</a:defRPr>
            </a:pPr>
            <a:r>
              <a:rPr sz="1350" b="0">
                <a:solidFill>
                  <a:srgbClr val="586174"/>
                </a:solidFill>
              </a:rPr>
              <a:t>Suivre les indicateurs qualité, délai, traçabilité et adoption.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A4C16-7F3E-4B3A-8DF2-01E86C97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62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3. Industrialisation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CFC05-9B64-4355-9CF3-CA616EBD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174"/>
                </a:solidFill>
              </a:defRPr>
            </a:pPr>
            <a:r>
              <a:rPr sz="1350" b="0">
                <a:solidFill>
                  <a:srgbClr val="586174"/>
                </a:solidFill>
              </a:rPr>
              <a:t>Décider l'architecture serveur et le périmètre de généralisation.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34801-DB08-4E3B-819D-2C36DAC4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Message clé: l'application crée de la valeur parce qu'elle transforme les fichiers mécaniques en informations pilotables.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A4778-F269-4227-B053-C785978C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8AE96-7A70-4258-92E4-FABC1F79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76050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2026-06-28T14:02:53.6460000Z</dcterms:created>
  <dcterms:modified xsi:type="dcterms:W3CDTF">2026-06-28T14:02:53.6460000Z</dcterms:modified>
</coreProperties>
</file>