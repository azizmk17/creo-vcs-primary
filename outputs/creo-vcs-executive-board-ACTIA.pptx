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f183a82f5246a3" /><Relationship Type="http://schemas.openxmlformats.org/officeDocument/2006/relationships/extended-properties" Target="/docProps/app.xml" Id="Rfd2d472d9f3d42ea" /><Relationship Type="http://schemas.openxmlformats.org/officeDocument/2006/relationships/officeDocument" Target="/ppt/presentation.xml" Id="R441285de4b1343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4476b1c2f24887"/>
  </p:sldMasterIdLst>
  <p:notesMasterIdLst>
    <p:notesMasterId xmlns:r="http://schemas.openxmlformats.org/officeDocument/2006/relationships" r:id="Rcd03a6b6186c4527"/>
  </p:notesMasterIdLst>
  <p:sldIdLst>
    <p:sldId xmlns:r="http://schemas.openxmlformats.org/officeDocument/2006/relationships" id="256" r:id="R66011e94e0514c20"/>
    <p:sldId xmlns:r="http://schemas.openxmlformats.org/officeDocument/2006/relationships" id="257" r:id="Re9fc07a3136143b3"/>
    <p:sldId xmlns:r="http://schemas.openxmlformats.org/officeDocument/2006/relationships" id="258" r:id="Rbb9cf84bf6ac424b"/>
    <p:sldId xmlns:r="http://schemas.openxmlformats.org/officeDocument/2006/relationships" id="259" r:id="R145520f4ac554477"/>
    <p:sldId xmlns:r="http://schemas.openxmlformats.org/officeDocument/2006/relationships" id="260" r:id="Rbcdd8cb553614a42"/>
    <p:sldId xmlns:r="http://schemas.openxmlformats.org/officeDocument/2006/relationships" id="261" r:id="R33e875768fb14595"/>
    <p:sldId xmlns:r="http://schemas.openxmlformats.org/officeDocument/2006/relationships" id="262" r:id="Ra480e57b9eee426a"/>
    <p:sldId xmlns:r="http://schemas.openxmlformats.org/officeDocument/2006/relationships" id="263" r:id="R50e6f9102bd14d8f"/>
    <p:sldId xmlns:r="http://schemas.openxmlformats.org/officeDocument/2006/relationships" id="264" r:id="Rfd9f112bd9fe4685"/>
    <p:sldId xmlns:r="http://schemas.openxmlformats.org/officeDocument/2006/relationships" id="265" r:id="R37038d163c934bc0"/>
  </p:sldIdLst>
  <p:sldSz cx="18288000" cy="10288588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p188="http://schemas.microsoft.com/office/powerpoint/2018/8/main">
  <p188:author id="{E8C41968-9ED1-E6D4-521B-0F8034EBA451}" name="Helene DENOEL" initials="HD" userId="S::helene.denoel@actia.fr::14c1118b-9d5d-4521-9c76-bb80d46e3ab2" providerId="AD"/>
  <p188:author id="{80F7956E-425C-DEF9-B9E6-9EE4B7B36B70}" name="Franck CHOPIS" initials="FC" userId="S::franck.chopis@actia.fr::9fc70d71-fb42-445b-a6ba-bf5715212dc0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ccaada7562943b6" /><Relationship Type="http://schemas.openxmlformats.org/officeDocument/2006/relationships/slideMaster" Target="/ppt/slideMasters/slideMaster1.xml" Id="Rd04476b1c2f24887" /><Relationship Type="http://schemas.openxmlformats.org/officeDocument/2006/relationships/notesMaster" Target="/ppt/notesMasters/notesMaster1.xml" Id="Rcd03a6b6186c4527" /><Relationship Type="http://schemas.openxmlformats.org/officeDocument/2006/relationships/presProps" Target="/ppt/presProps.xml" Id="Re66b1fbdf6f242a5" /><Relationship Type="http://schemas.openxmlformats.org/officeDocument/2006/relationships/tableStyles" Target="/ppt/tableStyles.xml" Id="R94ac1ab68d414ddf" /><Relationship Type="http://schemas.microsoft.com/office/2018/10/relationships/authors" Target="/ppt/authors.xml" Id="Ra3d6a4a92f1d4b1c" /><Relationship Type="http://schemas.openxmlformats.org/officeDocument/2006/relationships/slide" Target="/ppt/slides/slide1.xml" Id="R66011e94e0514c20" /><Relationship Type="http://schemas.openxmlformats.org/officeDocument/2006/relationships/slide" Target="/ppt/slides/slide2.xml" Id="Re9fc07a3136143b3" /><Relationship Type="http://schemas.openxmlformats.org/officeDocument/2006/relationships/slide" Target="/ppt/slides/slide3.xml" Id="Rbb9cf84bf6ac424b" /><Relationship Type="http://schemas.openxmlformats.org/officeDocument/2006/relationships/slide" Target="/ppt/slides/slide4.xml" Id="R145520f4ac554477" /><Relationship Type="http://schemas.openxmlformats.org/officeDocument/2006/relationships/slide" Target="/ppt/slides/slide5.xml" Id="Rbcdd8cb553614a42" /><Relationship Type="http://schemas.openxmlformats.org/officeDocument/2006/relationships/slide" Target="/ppt/slides/slide6.xml" Id="R33e875768fb14595" /><Relationship Type="http://schemas.openxmlformats.org/officeDocument/2006/relationships/slide" Target="/ppt/slides/slide7.xml" Id="Ra480e57b9eee426a" /><Relationship Type="http://schemas.openxmlformats.org/officeDocument/2006/relationships/slide" Target="/ppt/slides/slide8.xml" Id="R50e6f9102bd14d8f" /><Relationship Type="http://schemas.openxmlformats.org/officeDocument/2006/relationships/slide" Target="/ppt/slides/slide9.xml" Id="Rfd9f112bd9fe4685" /><Relationship Type="http://schemas.openxmlformats.org/officeDocument/2006/relationships/slide" Target="/ppt/slides/slide10.xml" Id="R37038d163c93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082f22ce444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ORPORATE LAYOUT">
  <a:themeElements>
    <a:clrScheme name="ACTIA">
      <a:dk1>
        <a:srgbClr val="000000"/>
      </a:dk1>
      <a:lt1>
        <a:srgbClr val="FFFFFF"/>
      </a:lt1>
      <a:dk2>
        <a:srgbClr val="546472"/>
      </a:dk2>
      <a:lt2>
        <a:srgbClr val="EDF4F5"/>
      </a:lt2>
      <a:accent1>
        <a:srgbClr val="00AE4E"/>
      </a:accent1>
      <a:accent2>
        <a:srgbClr val="65BC47"/>
      </a:accent2>
      <a:accent3>
        <a:srgbClr val="BDD248"/>
      </a:accent3>
      <a:accent4>
        <a:srgbClr val="AFB3B9"/>
      </a:accent4>
      <a:accent5>
        <a:srgbClr val="2BC3EA"/>
      </a:accent5>
      <a:accent6>
        <a:srgbClr val="F79027"/>
      </a:accent6>
      <a:hlink>
        <a:srgbClr val="65BC47"/>
      </a:hlink>
      <a:folHlink>
        <a:srgbClr val="5464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CT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d75701066d4554" /><Relationship Type="http://schemas.openxmlformats.org/officeDocument/2006/relationships/notesMaster" Target="/ppt/notesMasters/notesMaster1.xml" Id="R0c22afa6084d4d8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0db9aa74aba4646" /><Relationship Type="http://schemas.openxmlformats.org/officeDocument/2006/relationships/notesMaster" Target="/ppt/notesMasters/notesMaster1.xml" Id="R67bcd54d2d5c43e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23948a0664af5" /><Relationship Type="http://schemas.openxmlformats.org/officeDocument/2006/relationships/notesMaster" Target="/ppt/notesMasters/notesMaster1.xml" Id="Rd85e71752224433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1c69d0623ab42bd" /><Relationship Type="http://schemas.openxmlformats.org/officeDocument/2006/relationships/notesMaster" Target="/ppt/notesMasters/notesMaster1.xml" Id="R4bae0fdb19ee4b0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63b0b443634c0b" /><Relationship Type="http://schemas.openxmlformats.org/officeDocument/2006/relationships/notesMaster" Target="/ppt/notesMasters/notesMaster1.xml" Id="R2bf6955d6da8464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df57c213f14696" /><Relationship Type="http://schemas.openxmlformats.org/officeDocument/2006/relationships/notesMaster" Target="/ppt/notesMasters/notesMaster1.xml" Id="Rd3cb49fb2aa94bd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c65fd186f694d3e" /><Relationship Type="http://schemas.openxmlformats.org/officeDocument/2006/relationships/notesMaster" Target="/ppt/notesMasters/notesMaster1.xml" Id="Rc0d8a84dd0b24d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837f85daca4374" /><Relationship Type="http://schemas.openxmlformats.org/officeDocument/2006/relationships/notesMaster" Target="/ppt/notesMasters/notesMaster1.xml" Id="R6c7838d2052243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05a37b4a0c64a1d" /><Relationship Type="http://schemas.openxmlformats.org/officeDocument/2006/relationships/notesMaster" Target="/ppt/notesMasters/notesMaster1.xml" Id="Rc0f49e294fe24e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1e8eac2eee9453e" /><Relationship Type="http://schemas.openxmlformats.org/officeDocument/2006/relationships/notesMaster" Target="/ppt/notesMasters/notesMaster1.xml" Id="Rbf7bdcce184b4e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a7549748744d88" /><Relationship Type="http://schemas.openxmlformats.org/officeDocument/2006/relationships/image" Target="/ppt/media/image2.png" Id="R832b13bcf53d44d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4d0aab68ad48e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c4ced6302644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a3ebb9cef1426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5839c97d74ed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733215472d46f5" /><Relationship Type="http://schemas.openxmlformats.org/officeDocument/2006/relationships/image" Target="/ppt/media/image.png" Id="R2b072ef8ae6d4f8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c8518c83ff4be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8a50872d34a5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61109a59c4ad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f927be9e0845e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00fa8d64f4574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3fa6193fd8467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6b6c4ff949a44b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b4cf09146c4d7c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c7e076bbf148bc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f6d84235b460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afe4ae708c49e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61d3fdfc945a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1f8c3ded2d46fe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c8ed8b2ad84e46" /><Relationship Type="http://schemas.openxmlformats.org/officeDocument/2006/relationships/image" Target="/ppt/media/image3.png" Id="R83ab2b14dcaa443d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b11f594f34e0f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17f2733c84e80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332ad427724143" /></Relationships>
</file>

<file path=ppt/slideLayouts/slideLayout1.xml><?xml version="1.0" encoding="utf-8"?>
<p:sldLayout xmlns:p="http://schemas.openxmlformats.org/presentationml/2006/main" preserve="1" userDrawn="1">
  <p:cSld name="LAYOUT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9002B70-8CF3-FA98-7F6F-87A95B3C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5868" y="9394521"/>
            <a:ext cx="2413594" cy="626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Рисунок 18">
            <a:extLst xmlns:a="http://schemas.openxmlformats.org/drawingml/2006/main">
              <a:ext uri="{FF2B5EF4-FFF2-40B4-BE49-F238E27FC236}">
                <a16:creationId xmlns:a16="http://schemas.microsoft.com/office/drawing/2014/main" id="{4B579CAA-66B7-460E-A2D8-67EBCBDDC40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8288000" cy="10288588"/>
          </a:xfrm>
          <a:custGeom xmlns:a="http://schemas.openxmlformats.org/drawingml/2006/main">
            <a:rect l="l" t="t" r="r" b="b"/>
            <a:pathLst>
              <a:path w="18288000" h="10288588">
                <a:moveTo>
                  <a:pt x="0" y="0"/>
                </a:moveTo>
                <a:lnTo>
                  <a:pt x="18288000" y="0"/>
                </a:lnTo>
                <a:lnTo>
                  <a:pt x="18288000" y="3182938"/>
                </a:lnTo>
                <a:lnTo>
                  <a:pt x="0" y="10288588"/>
                </a:lnTo>
                <a:lnTo>
                  <a:pt x="0" y="0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pic>
        <p:nvPicPr>
          <p:cNvPr id="20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2b13bcf53d44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60141" y="6080026"/>
            <a:ext cx="3809321" cy="832337"/>
          </a:xfrm>
          <a:prstGeom xmlns:a="http://schemas.openxmlformats.org/drawingml/2006/main" prst="rect">
            <a:avLst/>
          </a:prstGeom>
        </p:spPr>
      </p:pic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7F2460FD-CD85-4716-8909-90276FBBA02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7202466" y="7590107"/>
            <a:ext cx="10066995" cy="1105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72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7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D02D8701-904C-0634-0D6C-8799FA734C2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202466" y="8670496"/>
            <a:ext cx="10066995" cy="12529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72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2" name="Прямоугольный треугольник 8">
            <a:extLst xmlns:a="http://schemas.openxmlformats.org/drawingml/2006/main">
              <a:ext uri="{FF2B5EF4-FFF2-40B4-BE49-F238E27FC236}">
                <a16:creationId xmlns:a16="http://schemas.microsoft.com/office/drawing/2014/main" id="{1E0DB715-133E-85A9-81B4-D1A2442DD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46831" y="5200650"/>
            <a:ext cx="5143500" cy="5049838"/>
          </a:xfrm>
          <a:custGeom xmlns:a="http://schemas.openxmlformats.org/drawingml/2006/main">
            <a:rect l="l" t="t" r="r" b="b"/>
            <a:pathLst>
              <a:path w="5143500" h="5049838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 xmlns:a="http://schemas.openxmlformats.org/drawingml/2006/main">
            <a:srgbClr val="BDD248">
              <a:alpha val="8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LAYOUT 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1EF42657-1DAC-3424-C832-3CE0623D7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64" y="4203510"/>
            <a:ext cx="3646488" cy="38109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B63C4255-63DC-E8C9-0A36-EE15841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01651" y="4203510"/>
            <a:ext cx="3646488" cy="38109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7AB2624D-35A9-3749-8F41-6340EA71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056" y="4203510"/>
            <a:ext cx="3646488" cy="38109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802FA0F2-B258-0D32-0666-4B8A79BA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0460" y="4203510"/>
            <a:ext cx="3646488" cy="38109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Прямая соединительная линия 17">
            <a:extLst xmlns:a="http://schemas.openxmlformats.org/drawingml/2006/main">
              <a:ext uri="{FF2B5EF4-FFF2-40B4-BE49-F238E27FC236}">
                <a16:creationId xmlns:a16="http://schemas.microsoft.com/office/drawing/2014/main" id="{F090A17A-91BC-4AEC-96D3-26FDE5FC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1267" y="2709386"/>
            <a:ext cx="811085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оугольник 30">
            <a:extLst xmlns:a="http://schemas.openxmlformats.org/drawingml/2006/main">
              <a:ext uri="{FF2B5EF4-FFF2-40B4-BE49-F238E27FC236}">
                <a16:creationId xmlns:a16="http://schemas.microsoft.com/office/drawing/2014/main" id="{AC8B9FB7-C97B-0AF3-C709-55CFCC8E7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3185195" y="2300514"/>
            <a:ext cx="155827" cy="3646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Прямоугольник 31">
            <a:extLst xmlns:a="http://schemas.openxmlformats.org/drawingml/2006/main">
              <a:ext uri="{FF2B5EF4-FFF2-40B4-BE49-F238E27FC236}">
                <a16:creationId xmlns:a16="http://schemas.microsoft.com/office/drawing/2014/main" id="{9421A1B2-4129-DCFE-8ABA-5195332BE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7105790" y="2300515"/>
            <a:ext cx="155827" cy="3646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Прямоугольник 32">
            <a:extLst xmlns:a="http://schemas.openxmlformats.org/drawingml/2006/main">
              <a:ext uri="{FF2B5EF4-FFF2-40B4-BE49-F238E27FC236}">
                <a16:creationId xmlns:a16="http://schemas.microsoft.com/office/drawing/2014/main" id="{E8F1E16B-60B5-F197-D67E-A4EB6C6E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1026386" y="2300515"/>
            <a:ext cx="155827" cy="3646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Прямоугольник 33">
            <a:extLst xmlns:a="http://schemas.openxmlformats.org/drawingml/2006/main">
              <a:ext uri="{FF2B5EF4-FFF2-40B4-BE49-F238E27FC236}">
                <a16:creationId xmlns:a16="http://schemas.microsoft.com/office/drawing/2014/main" id="{9F5157CA-A191-E7AD-A788-EE57D4E1F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4946981" y="2300516"/>
            <a:ext cx="155827" cy="364649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Espace réservé du texte 47">
            <a:extLst xmlns:a="http://schemas.openxmlformats.org/drawingml/2006/main">
              <a:ext uri="{FF2B5EF4-FFF2-40B4-BE49-F238E27FC236}">
                <a16:creationId xmlns:a16="http://schemas.microsoft.com/office/drawing/2014/main" id="{08A15C70-8A3E-903D-53B5-6EE99149AF5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354279" y="1563210"/>
            <a:ext cx="9818937" cy="112975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 b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50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9ED2D659-269A-423B-6B88-2A04AB2265BF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435261" y="524226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55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0CB3463E-94E4-496C-5274-C5F89B98722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5355855" y="524226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58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6C4298E2-B022-A6B3-416B-BD33F18A571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281056" y="524226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59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CFA54061-4F0B-150F-139E-D4F6AEBD596A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3201648" y="524226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61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CBEF27F2-C599-8C83-5FA1-7A71346A3C7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435262" y="637008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62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CDD8BAA4-2CED-5DBA-B756-C89FA6244D0C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355856" y="637008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63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1B1CE901-634F-A102-1128-A7DCE1C5AE2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9270566" y="637008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64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4E3F3933-EE64-B622-E33A-EE4DB4D515A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3191159" y="637008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2" name="Oval 13">
            <a:extLst xmlns:a="http://schemas.openxmlformats.org/drawingml/2006/main">
              <a:ext uri="{FF2B5EF4-FFF2-40B4-BE49-F238E27FC236}">
                <a16:creationId xmlns:a16="http://schemas.microsoft.com/office/drawing/2014/main" id="{BB498B35-FEF1-B163-1B69-FA0029FE7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878" y="3365191"/>
            <a:ext cx="1525254" cy="15252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Oval 13">
            <a:extLst xmlns:a="http://schemas.openxmlformats.org/drawingml/2006/main">
              <a:ext uri="{FF2B5EF4-FFF2-40B4-BE49-F238E27FC236}">
                <a16:creationId xmlns:a16="http://schemas.microsoft.com/office/drawing/2014/main" id="{827529A9-F576-8EE9-B255-1CBD5ECDF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672" y="3365191"/>
            <a:ext cx="1525254" cy="15252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13">
            <a:extLst xmlns:a="http://schemas.openxmlformats.org/drawingml/2006/main">
              <a:ext uri="{FF2B5EF4-FFF2-40B4-BE49-F238E27FC236}">
                <a16:creationId xmlns:a16="http://schemas.microsoft.com/office/drawing/2014/main" id="{7A40C7E8-6CC6-0A02-2362-3EEFA5FB1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1076" y="3365191"/>
            <a:ext cx="1525254" cy="15252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Oval 13">
            <a:extLst xmlns:a="http://schemas.openxmlformats.org/drawingml/2006/main">
              <a:ext uri="{FF2B5EF4-FFF2-40B4-BE49-F238E27FC236}">
                <a16:creationId xmlns:a16="http://schemas.microsoft.com/office/drawing/2014/main" id="{E0A0E3DB-3568-3871-D615-CE59A9C2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62267" y="3365191"/>
            <a:ext cx="1525254" cy="152525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LAYOUT 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C1193012-65E5-D45A-5400-EDEAF91D066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271728"/>
            <a:ext cx="18288000" cy="8661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2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C6EE4F84-DFA0-3B68-69C2-69CB665475D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2271586"/>
            <a:ext cx="18288000" cy="67708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lnSpc>
                <a:spcPct val="150000"/>
              </a:lnSpc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algn="ctr"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LAYOU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3AE95D70-DA60-45FA-9350-11E343417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9144"/>
            <a:ext cx="1155032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93B4AD7E-E1E8-07D5-A459-23930CF9E8A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326982" y="733286"/>
            <a:ext cx="15906918" cy="899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 marL="1371600" indent="0"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 marL="2057400" indent="0"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 marL="2743200" indent="0"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C8FB76FD-37D8-A8A6-EAB9-A53166C4A1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1326982" y="1790146"/>
            <a:ext cx="15906918" cy="72522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LAYOUT 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F3D013E3-CF28-798C-4E65-6820568D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90127"/>
            <a:ext cx="18288000" cy="29006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3FA9571F-1132-4979-B1FB-C7265960C0F2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9889958" y="0"/>
            <a:ext cx="8398042" cy="10288588"/>
          </a:xfrm>
          <a:custGeom xmlns:a="http://schemas.openxmlformats.org/drawingml/2006/main">
            <a:rect l="l" t="t" r="r" b="b"/>
            <a:pathLst>
              <a:path w="7724274" h="10288588">
                <a:moveTo>
                  <a:pt x="3392905" y="0"/>
                </a:moveTo>
                <a:lnTo>
                  <a:pt x="7724274" y="0"/>
                </a:lnTo>
                <a:lnTo>
                  <a:pt x="7724274" y="10288588"/>
                </a:lnTo>
                <a:lnTo>
                  <a:pt x="0" y="10288588"/>
                </a:lnTo>
                <a:close/>
              </a:path>
            </a:pathLst>
          </a:custGeom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988312D5-0FB9-A8B1-8E98-74754206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190127"/>
            <a:ext cx="216568" cy="29006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>
              <a:lumMod val="1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8965116B-5DE8-94A0-2BCC-7D2EC7B78B9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359067" y="1797055"/>
            <a:ext cx="10077196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9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55FDD324-2F2C-1015-4056-8FC7B3F37E8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59067" y="2700851"/>
            <a:ext cx="10077196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5CA71A12-80EF-3811-D963-F65F04D22BF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359066" y="4961632"/>
            <a:ext cx="10077197" cy="40807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LAYOUT 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8BDB841A-B65E-4038-A4EA-A04B55414E73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0915650" y="0"/>
            <a:ext cx="7372350" cy="102885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pic>
        <p:nvPicPr>
          <p:cNvPr id="5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72ef8ae6d4f84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093428" y="9510624"/>
            <a:ext cx="1791221" cy="391382"/>
          </a:xfrm>
          <a:prstGeom xmlns:a="http://schemas.openxmlformats.org/drawingml/2006/main" prst="rect">
            <a:avLst/>
          </a:prstGeom>
        </p:spPr>
      </p:pic>
      <p:sp>
        <p:nvSpPr>
          <p:cNvPr id="5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CE41D2DC-6761-447E-A09B-13531302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63314"/>
            <a:ext cx="1155032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8B586932-E22B-A801-2026-BC3D065A79D6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326983" y="1798494"/>
            <a:ext cx="8781520" cy="1214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 marL="1371600" indent="0"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 marL="2057400" indent="0"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 marL="2743200" indent="0"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5A6FA578-8809-C961-A9FC-47615E27B16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26982" y="3742018"/>
            <a:ext cx="8781520" cy="53003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LAYOUT 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25">
            <a:extLst xmlns:a="http://schemas.openxmlformats.org/drawingml/2006/main">
              <a:ext uri="{FF2B5EF4-FFF2-40B4-BE49-F238E27FC236}">
                <a16:creationId xmlns:a16="http://schemas.microsoft.com/office/drawing/2014/main" id="{1FBE25B0-8BA8-8A16-5583-8A19FD7FD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99198"/>
            <a:ext cx="18288000" cy="25709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32FA3DCE-4012-4E5A-946A-BE454282DAA0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1482724" y="1"/>
            <a:ext cx="5965826" cy="803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3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A1793A2A-EB1A-478B-8B87-A45B218FE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63" y="8705850"/>
            <a:ext cx="15444787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chemeClr val="bg2">
                <a:lumMod val="1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4038DDB8-1D98-B1B3-8261-E49DA51D438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305801" y="2022340"/>
            <a:ext cx="8928098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0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7B27F301-D130-E0E4-443B-2F4C9944FFCE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8305801" y="2926136"/>
            <a:ext cx="8928098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4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9C8B9440-22BA-F598-5166-2D8C1D94F6C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8305800" y="4784037"/>
            <a:ext cx="8928099" cy="3255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LAYOUT 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19DE584C-DED0-CAEE-F889-28A8667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4093" y="5429663"/>
            <a:ext cx="3562359" cy="346033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Прямоугольник 21">
            <a:extLst xmlns:a="http://schemas.openxmlformats.org/drawingml/2006/main">
              <a:ext uri="{FF2B5EF4-FFF2-40B4-BE49-F238E27FC236}">
                <a16:creationId xmlns:a16="http://schemas.microsoft.com/office/drawing/2014/main" id="{3E50D3E8-9E8B-5FE3-0DAA-E1F084E83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683163"/>
            <a:ext cx="3848107" cy="346033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Espace réservé pour une image  13">
            <a:extLst xmlns:a="http://schemas.openxmlformats.org/drawingml/2006/main">
              <a:ext uri="{FF2B5EF4-FFF2-40B4-BE49-F238E27FC236}">
                <a16:creationId xmlns:a16="http://schemas.microsoft.com/office/drawing/2014/main" id="{9EB48748-9ED2-B9C8-2609-BCB11D24E82E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5619750" y="1682749"/>
            <a:ext cx="3556000" cy="346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5" name="Espace réservé pour une image  13">
            <a:extLst xmlns:a="http://schemas.openxmlformats.org/drawingml/2006/main">
              <a:ext uri="{FF2B5EF4-FFF2-40B4-BE49-F238E27FC236}">
                <a16:creationId xmlns:a16="http://schemas.microsoft.com/office/drawing/2014/main" id="{3DA1C0E8-6940-1E6E-FE53-15377C84B4A1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9480543" y="1682749"/>
            <a:ext cx="3556000" cy="346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6" name="Espace réservé pour une image  13">
            <a:extLst xmlns:a="http://schemas.openxmlformats.org/drawingml/2006/main">
              <a:ext uri="{FF2B5EF4-FFF2-40B4-BE49-F238E27FC236}">
                <a16:creationId xmlns:a16="http://schemas.microsoft.com/office/drawing/2014/main" id="{7B95031A-BB4C-C007-8422-22742F654B18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3341336" y="1682749"/>
            <a:ext cx="3556000" cy="346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7" name="Espace réservé pour une image  13">
            <a:extLst xmlns:a="http://schemas.openxmlformats.org/drawingml/2006/main">
              <a:ext uri="{FF2B5EF4-FFF2-40B4-BE49-F238E27FC236}">
                <a16:creationId xmlns:a16="http://schemas.microsoft.com/office/drawing/2014/main" id="{BBD60390-0565-F223-A0EA-6DB4880746FD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5619750" y="5431319"/>
            <a:ext cx="3556000" cy="346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8" name="Espace réservé pour une image  13">
            <a:extLst xmlns:a="http://schemas.openxmlformats.org/drawingml/2006/main">
              <a:ext uri="{FF2B5EF4-FFF2-40B4-BE49-F238E27FC236}">
                <a16:creationId xmlns:a16="http://schemas.microsoft.com/office/drawing/2014/main" id="{83411E7E-6B02-AF01-58E6-D06B0776AA3C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466849" y="5431319"/>
            <a:ext cx="3844557" cy="346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9" name="Espace réservé pour une image  13">
            <a:extLst xmlns:a="http://schemas.openxmlformats.org/drawingml/2006/main">
              <a:ext uri="{FF2B5EF4-FFF2-40B4-BE49-F238E27FC236}">
                <a16:creationId xmlns:a16="http://schemas.microsoft.com/office/drawing/2014/main" id="{D66627DA-F213-A7A3-F326-3A75BCEDFE27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13341336" y="5416550"/>
            <a:ext cx="3556000" cy="346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21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9E51C72A-6946-7C63-CC30-03E01ABA0B3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974035" y="2701647"/>
            <a:ext cx="3337371" cy="70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4800">
                <a:solidFill>
                  <a:schemeClr val="bg1"/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22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1A92D70F-8BF4-F8B0-4374-CF80D5F6F3E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1974035" y="3418714"/>
            <a:ext cx="3337371" cy="7041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48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26" name="Espace réservé du texte 25">
            <a:extLst xmlns:a="http://schemas.openxmlformats.org/drawingml/2006/main">
              <a:ext uri="{FF2B5EF4-FFF2-40B4-BE49-F238E27FC236}">
                <a16:creationId xmlns:a16="http://schemas.microsoft.com/office/drawing/2014/main" id="{51947180-5632-AFE8-A5C6-637444AAA34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9484094" y="5443122"/>
            <a:ext cx="3552450" cy="3434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LAYOUT 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0CE4FEC4-58F0-A2F8-860D-C8A5DA5C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90127"/>
            <a:ext cx="18288000" cy="290061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8065B891-AF0A-E703-69F7-A3C1EC60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1190127"/>
            <a:ext cx="216568" cy="29006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980CB8C4-C8E4-6607-BB86-0AB374421A2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359067" y="1797055"/>
            <a:ext cx="15616968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9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4AC870AF-4FD7-53D0-10FA-3BD2C63F894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359067" y="2700851"/>
            <a:ext cx="15616968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2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66732C6E-7CA7-80D2-4E6A-56B4B9786F63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326982" y="4961633"/>
            <a:ext cx="15649053" cy="40807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5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LAYOUT 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699DDA6F-143B-4B7A-8FD7-B962AA38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90439"/>
            <a:ext cx="1155032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оугольник 32">
            <a:extLst xmlns:a="http://schemas.openxmlformats.org/drawingml/2006/main">
              <a:ext uri="{FF2B5EF4-FFF2-40B4-BE49-F238E27FC236}">
                <a16:creationId xmlns:a16="http://schemas.microsoft.com/office/drawing/2014/main" id="{BB937530-7A67-97ED-EF23-02CF49D8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7116" y="1756610"/>
            <a:ext cx="4162926" cy="305080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Прямоугольник 32">
            <a:extLst xmlns:a="http://schemas.openxmlformats.org/drawingml/2006/main">
              <a:ext uri="{FF2B5EF4-FFF2-40B4-BE49-F238E27FC236}">
                <a16:creationId xmlns:a16="http://schemas.microsoft.com/office/drawing/2014/main" id="{1A5382BF-7954-AC19-6CBC-D99A3CC94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1391" y="5144294"/>
            <a:ext cx="2728843" cy="39756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4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Espace réservé pour une image  14">
            <a:extLst xmlns:a="http://schemas.openxmlformats.org/drawingml/2006/main">
              <a:ext uri="{FF2B5EF4-FFF2-40B4-BE49-F238E27FC236}">
                <a16:creationId xmlns:a16="http://schemas.microsoft.com/office/drawing/2014/main" id="{55B0AA1B-C987-74AB-D495-9CAC75CCD70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13306923" y="1756610"/>
            <a:ext cx="4066674" cy="7363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6" name="Espace réservé pour une image  14">
            <a:extLst xmlns:a="http://schemas.openxmlformats.org/drawingml/2006/main">
              <a:ext uri="{FF2B5EF4-FFF2-40B4-BE49-F238E27FC236}">
                <a16:creationId xmlns:a16="http://schemas.microsoft.com/office/drawing/2014/main" id="{186ED764-5F9E-8296-F2ED-99FE73FCC746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8807113" y="5144293"/>
            <a:ext cx="4162926" cy="39756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9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85A926AF-38D0-0E55-8C31-FA453C8A2D8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8807079" y="1756610"/>
            <a:ext cx="4162926" cy="30508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20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A03F2749-7B70-8C47-EDE1-152A2E8B41F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5741391" y="5144292"/>
            <a:ext cx="2728838" cy="39756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B7D19E22-CA55-0E72-DE3A-7FF7DA55E3E7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326983" y="1716849"/>
            <a:ext cx="7143215" cy="29712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23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914EA3A2-9338-F7B2-14B2-010F4B2C0071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326983" y="5144292"/>
            <a:ext cx="4077524" cy="39756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LAYOUT 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space réservé pour une image  22">
            <a:extLst xmlns:a="http://schemas.openxmlformats.org/drawingml/2006/main">
              <a:ext uri="{FF2B5EF4-FFF2-40B4-BE49-F238E27FC236}">
                <a16:creationId xmlns:a16="http://schemas.microsoft.com/office/drawing/2014/main" id="{AE5C8762-8DA7-AAC8-5AFA-01A3A5DEE6FA}"/>
              </a:ext>
            </a:extLst>
          </p:cNvPr>
          <p:cNvSpPr>
            <a:spLocks xmlns:a="http://schemas.openxmlformats.org/drawingml/2006/main" noGrp="1"/>
          </p:cNvSpPr>
          <p:nvPr>
            <p:ph type="pic" idx="13"/>
          </p:nvPr>
        </p:nvSpPr>
        <p:spPr>
          <a:xfrm xmlns:a="http://schemas.openxmlformats.org/drawingml/2006/main">
            <a:off x="6063922" y="5573962"/>
            <a:ext cx="3200400" cy="2263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27" name="Espace réservé pour une image  22">
            <a:extLst xmlns:a="http://schemas.openxmlformats.org/drawingml/2006/main">
              <a:ext uri="{FF2B5EF4-FFF2-40B4-BE49-F238E27FC236}">
                <a16:creationId xmlns:a16="http://schemas.microsoft.com/office/drawing/2014/main" id="{B77FB5EC-6A71-183F-B14A-3EC1D3D1DB77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9894281" y="5573962"/>
            <a:ext cx="3200400" cy="2263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28" name="Espace réservé pour une image  22">
            <a:extLst xmlns:a="http://schemas.openxmlformats.org/drawingml/2006/main">
              <a:ext uri="{FF2B5EF4-FFF2-40B4-BE49-F238E27FC236}">
                <a16:creationId xmlns:a16="http://schemas.microsoft.com/office/drawing/2014/main" id="{E0F89A8C-5C18-D304-A971-4CE2C8D55AC6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13709631" y="5573962"/>
            <a:ext cx="3206775" cy="2263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23" name="Espace réservé pour une image  22">
            <a:extLst xmlns:a="http://schemas.openxmlformats.org/drawingml/2006/main">
              <a:ext uri="{FF2B5EF4-FFF2-40B4-BE49-F238E27FC236}">
                <a16:creationId xmlns:a16="http://schemas.microsoft.com/office/drawing/2014/main" id="{9309071C-FFAE-8523-A1B8-57A5C873C49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63922" y="1683162"/>
            <a:ext cx="3200400" cy="2263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24" name="Espace réservé pour une image  22">
            <a:extLst xmlns:a="http://schemas.openxmlformats.org/drawingml/2006/main">
              <a:ext uri="{FF2B5EF4-FFF2-40B4-BE49-F238E27FC236}">
                <a16:creationId xmlns:a16="http://schemas.microsoft.com/office/drawing/2014/main" id="{FF630F79-D436-741E-F312-14B167094EA3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9894281" y="1683162"/>
            <a:ext cx="3200400" cy="2263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25" name="Espace réservé pour une image  22">
            <a:extLst xmlns:a="http://schemas.openxmlformats.org/drawingml/2006/main">
              <a:ext uri="{FF2B5EF4-FFF2-40B4-BE49-F238E27FC236}">
                <a16:creationId xmlns:a16="http://schemas.microsoft.com/office/drawing/2014/main" id="{A33AEA02-888B-5A32-3475-2AE3F3D69B6C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13709631" y="1683162"/>
            <a:ext cx="3206775" cy="22631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5" name="Прямая соединительная линия 52">
            <a:extLst xmlns:a="http://schemas.openxmlformats.org/drawingml/2006/main">
              <a:ext uri="{FF2B5EF4-FFF2-40B4-BE49-F238E27FC236}">
                <a16:creationId xmlns:a16="http://schemas.microsoft.com/office/drawing/2014/main" id="{0AC9F632-D1FD-4D18-9E62-04CE695F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08448" y="1683162"/>
            <a:ext cx="0" cy="2263195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55">
            <a:extLst xmlns:a="http://schemas.openxmlformats.org/drawingml/2006/main">
              <a:ext uri="{FF2B5EF4-FFF2-40B4-BE49-F238E27FC236}">
                <a16:creationId xmlns:a16="http://schemas.microsoft.com/office/drawing/2014/main" id="{75FC07B0-8B44-4925-92C0-1DCBCFBAB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54222" y="1683163"/>
            <a:ext cx="0" cy="2263194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56">
            <a:extLst xmlns:a="http://schemas.openxmlformats.org/drawingml/2006/main">
              <a:ext uri="{FF2B5EF4-FFF2-40B4-BE49-F238E27FC236}">
                <a16:creationId xmlns:a16="http://schemas.microsoft.com/office/drawing/2014/main" id="{3FDD8162-7041-40F3-96EA-6E34E23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74020" y="1683163"/>
            <a:ext cx="0" cy="2263194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8" name="Прямая соединительная линия 57">
            <a:extLst xmlns:a="http://schemas.openxmlformats.org/drawingml/2006/main">
              <a:ext uri="{FF2B5EF4-FFF2-40B4-BE49-F238E27FC236}">
                <a16:creationId xmlns:a16="http://schemas.microsoft.com/office/drawing/2014/main" id="{9A1E01EC-8960-4C8F-84CF-E9752BE7D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008448" y="5573962"/>
            <a:ext cx="0" cy="2263195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Прямая соединительная линия 58">
            <a:extLst xmlns:a="http://schemas.openxmlformats.org/drawingml/2006/main">
              <a:ext uri="{FF2B5EF4-FFF2-40B4-BE49-F238E27FC236}">
                <a16:creationId xmlns:a16="http://schemas.microsoft.com/office/drawing/2014/main" id="{898DFEA5-FCA4-4FA2-9A19-BCFE6578E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854222" y="5573962"/>
            <a:ext cx="0" cy="2263195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Прямая соединительная линия 56">
            <a:extLst xmlns:a="http://schemas.openxmlformats.org/drawingml/2006/main">
              <a:ext uri="{FF2B5EF4-FFF2-40B4-BE49-F238E27FC236}">
                <a16:creationId xmlns:a16="http://schemas.microsoft.com/office/drawing/2014/main" id="{B8CDF41B-6FC4-4054-AC80-7DB8C034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674020" y="5573962"/>
            <a:ext cx="0" cy="2263195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601B1A46-A28E-5C8E-2486-5ABDEDC89FF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063922" y="3980838"/>
            <a:ext cx="3200401" cy="12165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1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3B0CAA17-CE28-DC27-94CB-47BCD0F45CA4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9894281" y="3980838"/>
            <a:ext cx="3200401" cy="12165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2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DC074A06-73A5-2D1C-8BE0-D39BDD83D5C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3709631" y="3980838"/>
            <a:ext cx="3200401" cy="12165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3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4846A0D5-BB68-0F06-2F69-6DAD3ABE6478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6063922" y="7864614"/>
            <a:ext cx="3200401" cy="12165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4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BA5AA017-13C4-86AA-64D6-B5B042686B1D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9894281" y="7864614"/>
            <a:ext cx="3200401" cy="12165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5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AF045B1B-E3A4-B429-64EB-5F455F5E250E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3709631" y="7864614"/>
            <a:ext cx="3200401" cy="121658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6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F00B0E33-5606-AA73-FB6C-0B5CB1435A8E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901558" y="1510886"/>
            <a:ext cx="4876390" cy="75305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00000"/>
              </a:lnSpc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LAYOUT 1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02A67AD2-E9BA-4C6B-A9AB-732E84F1040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0"/>
            <a:ext cx="18288000" cy="502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1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ECE76A49-6D01-8A96-EA4A-933288133655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5455665"/>
            <a:ext cx="18288000" cy="8661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000" b="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4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06740644-77DB-757F-E3B0-401FB0B5AA91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0" y="6651425"/>
            <a:ext cx="6102691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5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AA08F63E-3934-1E69-E4AB-219E621F9AC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0" y="7313553"/>
            <a:ext cx="6102691" cy="2158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6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B4696FD4-8945-D904-0611-2AB0CDCB402A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6122648" y="6651425"/>
            <a:ext cx="6042704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7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CBF68A95-FB48-B747-30BA-60FC45F28F4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6122648" y="7313553"/>
            <a:ext cx="6042704" cy="2158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8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166CD83B-EC98-A8E3-E426-0F1C0B99648C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2205382" y="6651425"/>
            <a:ext cx="6082618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9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FB78AB1C-B982-9773-FE35-739B077F806A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2205382" y="7313553"/>
            <a:ext cx="6082618" cy="21580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LAYOUT 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вал 5">
            <a:extLst xmlns:a="http://schemas.openxmlformats.org/drawingml/2006/main">
              <a:ext uri="{FF2B5EF4-FFF2-40B4-BE49-F238E27FC236}">
                <a16:creationId xmlns:a16="http://schemas.microsoft.com/office/drawing/2014/main" id="{F0F7CA5C-E5F3-EE4B-F918-63A798992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2849828" y="6300011"/>
            <a:ext cx="3732507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E5E5E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Овал 5">
            <a:extLst xmlns:a="http://schemas.openxmlformats.org/drawingml/2006/main">
              <a:ext uri="{FF2B5EF4-FFF2-40B4-BE49-F238E27FC236}">
                <a16:creationId xmlns:a16="http://schemas.microsoft.com/office/drawing/2014/main" id="{EC833618-0F64-6DB9-898B-50AC958A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2310" y="4426999"/>
            <a:ext cx="3732507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E5E5E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Овал 5">
            <a:extLst xmlns:a="http://schemas.openxmlformats.org/drawingml/2006/main">
              <a:ext uri="{FF2B5EF4-FFF2-40B4-BE49-F238E27FC236}">
                <a16:creationId xmlns:a16="http://schemas.microsoft.com/office/drawing/2014/main" id="{6CC9F83D-5A07-1092-F26E-B378500F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5384817" y="6293253"/>
            <a:ext cx="3732507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E5E5E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Овал 5">
            <a:extLst xmlns:a="http://schemas.openxmlformats.org/drawingml/2006/main">
              <a:ext uri="{FF2B5EF4-FFF2-40B4-BE49-F238E27FC236}">
                <a16:creationId xmlns:a16="http://schemas.microsoft.com/office/drawing/2014/main" id="{CDC0B8B8-C581-7DE9-1364-BBD86FE6F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323" y="4426999"/>
            <a:ext cx="3732507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E5E5E5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Овал 5">
            <a:extLst xmlns:a="http://schemas.openxmlformats.org/drawingml/2006/main">
              <a:ext uri="{FF2B5EF4-FFF2-40B4-BE49-F238E27FC236}">
                <a16:creationId xmlns:a16="http://schemas.microsoft.com/office/drawing/2014/main" id="{ED390AD9-2205-C167-E59C-988D787ED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652312" y="6300451"/>
            <a:ext cx="3732506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BDD248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Овал 5">
            <a:extLst xmlns:a="http://schemas.openxmlformats.org/drawingml/2006/main">
              <a:ext uri="{FF2B5EF4-FFF2-40B4-BE49-F238E27FC236}">
                <a16:creationId xmlns:a16="http://schemas.microsoft.com/office/drawing/2014/main" id="{BA6FA54B-8880-E34C-665B-406F3E088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4818" y="4428468"/>
            <a:ext cx="3732506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85C442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Овал 5">
            <a:extLst xmlns:a="http://schemas.openxmlformats.org/drawingml/2006/main">
              <a:ext uri="{FF2B5EF4-FFF2-40B4-BE49-F238E27FC236}">
                <a16:creationId xmlns:a16="http://schemas.microsoft.com/office/drawing/2014/main" id="{B884B0E1-3871-EBD3-8876-3E0370B1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17325" y="6300011"/>
            <a:ext cx="3732506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65BC47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Овал 5">
            <a:extLst xmlns:a="http://schemas.openxmlformats.org/drawingml/2006/main">
              <a:ext uri="{FF2B5EF4-FFF2-40B4-BE49-F238E27FC236}">
                <a16:creationId xmlns:a16="http://schemas.microsoft.com/office/drawing/2014/main" id="{2C6CFD11-C853-95B8-0511-DBAC4699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9831" y="4433757"/>
            <a:ext cx="3732506" cy="1866254"/>
          </a:xfrm>
          <a:custGeom xmlns:a="http://schemas.openxmlformats.org/drawingml/2006/main">
            <a:rect l="l" t="t" r="r" b="b"/>
            <a:pathLst>
              <a:path w="7245350" h="3622675">
                <a:moveTo>
                  <a:pt x="0" y="3622675"/>
                </a:moveTo>
                <a:cubicBezTo>
                  <a:pt x="0" y="1621927"/>
                  <a:pt x="1621927" y="0"/>
                  <a:pt x="3622675" y="0"/>
                </a:cubicBezTo>
                <a:cubicBezTo>
                  <a:pt x="5623423" y="0"/>
                  <a:pt x="7245350" y="1621927"/>
                  <a:pt x="7245350" y="3622675"/>
                </a:cubicBezTo>
              </a:path>
            </a:pathLst>
          </a:custGeom>
          <a:noFill xmlns:a="http://schemas.openxmlformats.org/drawingml/2006/main"/>
          <a:ln xmlns:a="http://schemas.openxmlformats.org/drawingml/2006/main" w="254000">
            <a:solidFill>
              <a:srgbClr val="00AE4E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55AD2DF0-A8D0-AFAE-A3D2-1B92176C0AE3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1271728"/>
            <a:ext cx="18288000" cy="86618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6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ECA2492C-D8BB-D904-2D4D-B38BAA8C7FA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2271587"/>
            <a:ext cx="18288000" cy="147173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Text</a:t>
            </a:r>
          </a:p>
        </p:txBody>
      </p:sp>
      <p:sp>
        <p:nvSpPr>
          <p:cNvPr id="17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31892994-BE0F-6B13-AD9E-B89566A67A1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95172" y="538732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>
              <a:buNone/>
            </a:pPr>
            <a:r>
              <a:t>Text</a:t>
            </a:r>
          </a:p>
        </p:txBody>
      </p:sp>
      <p:sp>
        <p:nvSpPr>
          <p:cNvPr id="18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18739F19-0CB8-5C08-D5D6-EEC1FE131700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695173" y="651514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9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2718F088-AF8E-B214-8EE4-373E0EA943C4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5441672" y="538732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 marL="0" indent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Text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20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BDF9BA1F-03B2-E8E5-3DE1-3DCAE5CD958D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5441673" y="651514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21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139255DC-6A19-A1F9-FC63-8F133051E140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9156390" y="538732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 marL="0" indent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Text</a:t>
            </a:r>
          </a:p>
          <a:p xmlns:a="http://schemas.openxmlformats.org/drawingml/2006/main">
            <a:pPr>
              <a:buNone/>
            </a:pPr>
          </a:p>
        </p:txBody>
      </p:sp>
      <p:sp>
        <p:nvSpPr>
          <p:cNvPr id="22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0DD75BE3-CAD0-0398-F85E-1464740A9D2F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9156391" y="651514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23" name="Espace réservé du texte 49">
            <a:extLst xmlns:a="http://schemas.openxmlformats.org/drawingml/2006/main">
              <a:ext uri="{FF2B5EF4-FFF2-40B4-BE49-F238E27FC236}">
                <a16:creationId xmlns:a16="http://schemas.microsoft.com/office/drawing/2014/main" id="{6D2E261B-B10D-198A-DBCE-57C7826E8CE6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2902894" y="5387324"/>
            <a:ext cx="3646488" cy="10250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/>
            </a:lvl2pPr>
          </a:lstStyle>
          <a:p xmlns:a="http://schemas.openxmlformats.org/drawingml/2006/main">
            <a:pPr marL="0" indent="0" algn="ctr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Text</a:t>
            </a:r>
          </a:p>
        </p:txBody>
      </p:sp>
      <p:sp>
        <p:nvSpPr>
          <p:cNvPr id="24" name="Espace réservé du texte 60">
            <a:extLst xmlns:a="http://schemas.openxmlformats.org/drawingml/2006/main">
              <a:ext uri="{FF2B5EF4-FFF2-40B4-BE49-F238E27FC236}">
                <a16:creationId xmlns:a16="http://schemas.microsoft.com/office/drawing/2014/main" id="{4308DA41-7584-4198-7FD6-FDC720B02E35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2902895" y="6515141"/>
            <a:ext cx="3646487" cy="16443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6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LAYOUT 1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Прямая соединительная линия 32">
            <a:extLst xmlns:a="http://schemas.openxmlformats.org/drawingml/2006/main">
              <a:ext uri="{FF2B5EF4-FFF2-40B4-BE49-F238E27FC236}">
                <a16:creationId xmlns:a16="http://schemas.microsoft.com/office/drawing/2014/main" id="{22B470B5-E707-47D9-A010-4B1A4053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2927182" y="6513095"/>
            <a:ext cx="0" cy="533386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Прямая соединительная линия 65">
            <a:extLst xmlns:a="http://schemas.openxmlformats.org/drawingml/2006/main">
              <a:ext uri="{FF2B5EF4-FFF2-40B4-BE49-F238E27FC236}">
                <a16:creationId xmlns:a16="http://schemas.microsoft.com/office/drawing/2014/main" id="{849F314F-8DC4-45F9-94E7-D7D04131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046550" y="6513095"/>
            <a:ext cx="0" cy="533386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Прямая соединительная линия 73">
            <a:extLst xmlns:a="http://schemas.openxmlformats.org/drawingml/2006/main">
              <a:ext uri="{FF2B5EF4-FFF2-40B4-BE49-F238E27FC236}">
                <a16:creationId xmlns:a16="http://schemas.microsoft.com/office/drawing/2014/main" id="{64CC884E-B30D-4085-A909-08463E045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165918" y="6513095"/>
            <a:ext cx="0" cy="533386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81">
            <a:extLst xmlns:a="http://schemas.openxmlformats.org/drawingml/2006/main">
              <a:ext uri="{FF2B5EF4-FFF2-40B4-BE49-F238E27FC236}">
                <a16:creationId xmlns:a16="http://schemas.microsoft.com/office/drawing/2014/main" id="{F3376B9B-FE69-41D5-BA4A-50E22D9EE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5285286" y="6513095"/>
            <a:ext cx="0" cy="533386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BDD248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487F0A4A-0F23-1F0B-ECDE-0F8DD06CF44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326982" y="733286"/>
            <a:ext cx="15557668" cy="899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 marL="1371600" indent="0"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 marL="2057400" indent="0"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 marL="2743200" indent="0"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42" name="Espace réservé du texte 8">
            <a:extLst xmlns:a="http://schemas.openxmlformats.org/drawingml/2006/main">
              <a:ext uri="{FF2B5EF4-FFF2-40B4-BE49-F238E27FC236}">
                <a16:creationId xmlns:a16="http://schemas.microsoft.com/office/drawing/2014/main" id="{28E3A65F-95C8-F1A1-8AEE-C9EE957D7C0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326981" y="1790146"/>
            <a:ext cx="15557667" cy="899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lnSpc>
                <a:spcPct val="15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>
              <a:buNone/>
              <a:defRPr sz="2400">
                <a:latin typeface="Arial"/>
                <a:ea typeface="Arial"/>
                <a:cs typeface="Arial"/>
              </a:defRPr>
            </a:lvl2pPr>
            <a:lvl3pPr marL="1371600" indent="0">
              <a:buNone/>
              <a:defRPr sz="2400">
                <a:latin typeface="Arial"/>
                <a:ea typeface="Arial"/>
                <a:cs typeface="Arial"/>
              </a:defRPr>
            </a:lvl3pPr>
            <a:lvl4pPr marL="2057400" indent="0">
              <a:buNone/>
              <a:defRPr sz="2400">
                <a:latin typeface="Arial"/>
                <a:ea typeface="Arial"/>
                <a:cs typeface="Arial"/>
              </a:defRPr>
            </a:lvl4pPr>
            <a:lvl5pPr marL="2743200" indent="0">
              <a:buNone/>
              <a:defRPr sz="24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44" name="Espace réservé pour une image  43">
            <a:extLst xmlns:a="http://schemas.openxmlformats.org/drawingml/2006/main">
              <a:ext uri="{FF2B5EF4-FFF2-40B4-BE49-F238E27FC236}">
                <a16:creationId xmlns:a16="http://schemas.microsoft.com/office/drawing/2014/main" id="{C57477BC-BE17-131F-089E-806E000A69D3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1326982" y="3383625"/>
            <a:ext cx="3200400" cy="345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45" name="Espace réservé pour une image  43">
            <a:extLst xmlns:a="http://schemas.openxmlformats.org/drawingml/2006/main">
              <a:ext uri="{FF2B5EF4-FFF2-40B4-BE49-F238E27FC236}">
                <a16:creationId xmlns:a16="http://schemas.microsoft.com/office/drawing/2014/main" id="{C6427C34-68A6-809A-A902-36EE4C0A76C6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5446350" y="3383625"/>
            <a:ext cx="3200400" cy="345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46" name="Espace réservé pour une image  43">
            <a:extLst xmlns:a="http://schemas.openxmlformats.org/drawingml/2006/main">
              <a:ext uri="{FF2B5EF4-FFF2-40B4-BE49-F238E27FC236}">
                <a16:creationId xmlns:a16="http://schemas.microsoft.com/office/drawing/2014/main" id="{E697A418-2A60-FB8E-AA4E-A4FC674FEAFF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9565718" y="3383625"/>
            <a:ext cx="3200400" cy="345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47" name="Espace réservé pour une image  43">
            <a:extLst xmlns:a="http://schemas.openxmlformats.org/drawingml/2006/main">
              <a:ext uri="{FF2B5EF4-FFF2-40B4-BE49-F238E27FC236}">
                <a16:creationId xmlns:a16="http://schemas.microsoft.com/office/drawing/2014/main" id="{A456DC07-BCF7-630F-48F8-12C30F117433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>
          <a:xfrm xmlns:a="http://schemas.openxmlformats.org/drawingml/2006/main">
            <a:off x="13685086" y="3383625"/>
            <a:ext cx="3200400" cy="345031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48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C17194B7-296D-3ED6-E8A5-1F3CB7EFBDDA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1326982" y="7103439"/>
            <a:ext cx="3200400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49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00EAACA3-A499-28D5-64BB-3DEE5D766C9C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326982" y="7765567"/>
            <a:ext cx="3200400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50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1ADE9B35-4C7E-EA6A-6CA0-74FD44D01CA9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5446350" y="7103439"/>
            <a:ext cx="3200400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51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7818EA5E-661C-EEE0-90EC-4056F4B452CE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446350" y="7765567"/>
            <a:ext cx="3200400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52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0480FDD6-7ED3-2D25-C0DB-3E9D0CCF89A0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9565718" y="7103439"/>
            <a:ext cx="3200400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53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1A4CDD4A-61DA-493C-4095-BB9B510E4322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9565718" y="7765567"/>
            <a:ext cx="3200400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54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1A6A359A-6844-A7E2-5B78-37DFD0AE8DCD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13685086" y="7103439"/>
            <a:ext cx="3200400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ctr">
              <a:lnSpc>
                <a:spcPct val="15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55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70A7C822-1EF5-894B-E66D-EBCF982987A7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13685086" y="7765567"/>
            <a:ext cx="3200400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LAYOUT 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олилиния 37">
            <a:extLst xmlns:a="http://schemas.openxmlformats.org/drawingml/2006/main">
              <a:ext uri="{FF2B5EF4-FFF2-40B4-BE49-F238E27FC236}">
                <a16:creationId xmlns:a16="http://schemas.microsoft.com/office/drawing/2014/main" id="{6F55EEE2-80EE-AA64-D142-155CFF5CF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591301" cy="10288588"/>
          </a:xfrm>
          <a:custGeom xmlns:a="http://schemas.openxmlformats.org/drawingml/2006/main">
            <a:rect l="l" t="t" r="r" b="b"/>
            <a:pathLst>
              <a:path w="6591301" h="10288588">
                <a:moveTo>
                  <a:pt x="0" y="0"/>
                </a:moveTo>
                <a:lnTo>
                  <a:pt x="6591301" y="0"/>
                </a:lnTo>
                <a:lnTo>
                  <a:pt x="6591301" y="1005431"/>
                </a:lnTo>
                <a:lnTo>
                  <a:pt x="1085849" y="1005431"/>
                </a:lnTo>
                <a:lnTo>
                  <a:pt x="1085849" y="9283158"/>
                </a:lnTo>
                <a:lnTo>
                  <a:pt x="6591301" y="9283158"/>
                </a:lnTo>
                <a:lnTo>
                  <a:pt x="6591301" y="10288588"/>
                </a:lnTo>
                <a:lnTo>
                  <a:pt x="0" y="10288588"/>
                </a:lnTo>
                <a:close/>
              </a:path>
            </a:pathLst>
          </a:cu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A32ACD53-39BC-4A73-AA0E-4607A249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4858" y="2660650"/>
            <a:ext cx="0" cy="508768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Прямая соединительная линия 24">
            <a:extLst xmlns:a="http://schemas.openxmlformats.org/drawingml/2006/main">
              <a:ext uri="{FF2B5EF4-FFF2-40B4-BE49-F238E27FC236}">
                <a16:creationId xmlns:a16="http://schemas.microsoft.com/office/drawing/2014/main" id="{5AE03C60-5816-49A9-B19B-2F96BA51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902" y="2660650"/>
            <a:ext cx="0" cy="5087687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55313844-D732-1C51-0DAC-0285F749B967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6824858" y="3378379"/>
            <a:ext cx="5716039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55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63FA63C2-9A70-F3C3-FF56-A6C7F30ECDA2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824858" y="4040507"/>
            <a:ext cx="5716039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56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2A16018E-8F53-22D6-B772-79CC8B2812E9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6824858" y="2304789"/>
            <a:ext cx="5716039" cy="982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2.</a:t>
            </a:r>
          </a:p>
        </p:txBody>
      </p:sp>
      <p:sp>
        <p:nvSpPr>
          <p:cNvPr id="57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CE6B7DCC-9DD6-F4D0-E472-00336A4CA348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1108814" y="3378379"/>
            <a:ext cx="5716039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58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97098979-E8FC-75E5-7AC0-1F72D450857F}"/>
              </a:ext>
            </a:extLst>
          </p:cNvPr>
          <p:cNvSpPr>
            <a:spLocks xmlns:a="http://schemas.openxmlformats.org/drawingml/2006/main" noGrp="1"/>
          </p:cNvSpPr>
          <p:nvPr>
            <p:ph type="body" idx="24" hasCustomPrompt="1"/>
          </p:nvPr>
        </p:nvSpPr>
        <p:spPr>
          <a:xfrm xmlns:a="http://schemas.openxmlformats.org/drawingml/2006/main">
            <a:off x="1108814" y="4040507"/>
            <a:ext cx="5716039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59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8E41EE31-EEB4-B54E-E0D1-D89A10462A33}"/>
              </a:ext>
            </a:extLst>
          </p:cNvPr>
          <p:cNvSpPr>
            <a:spLocks xmlns:a="http://schemas.openxmlformats.org/drawingml/2006/main" noGrp="1"/>
          </p:cNvSpPr>
          <p:nvPr>
            <p:ph type="body" idx="25" hasCustomPrompt="1"/>
          </p:nvPr>
        </p:nvSpPr>
        <p:spPr>
          <a:xfrm xmlns:a="http://schemas.openxmlformats.org/drawingml/2006/main">
            <a:off x="1108814" y="2304789"/>
            <a:ext cx="5716039" cy="982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1.</a:t>
            </a:r>
          </a:p>
        </p:txBody>
      </p:sp>
      <p:sp>
        <p:nvSpPr>
          <p:cNvPr id="60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BFA23948-FEA7-863D-7818-4D850EBBF307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12540897" y="3378379"/>
            <a:ext cx="5716039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61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1807A90C-4064-96E3-DFE4-C45F437E02CD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12540897" y="4040507"/>
            <a:ext cx="5716039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62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7EC75DBD-20B7-93ED-1F33-E6210B85B0C8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12540897" y="2304789"/>
            <a:ext cx="5716039" cy="982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3.</a:t>
            </a:r>
          </a:p>
        </p:txBody>
      </p:sp>
      <p:sp>
        <p:nvSpPr>
          <p:cNvPr id="63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F170754F-1A3E-6346-3194-D636676122C3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6824858" y="6597852"/>
            <a:ext cx="5716039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64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C271458F-69FA-9248-92DF-A4C98DDBF788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6824858" y="7259980"/>
            <a:ext cx="5716039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65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7F4D2202-E52E-4CB6-263B-AC07A35F7AFB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6824858" y="5524262"/>
            <a:ext cx="5716039" cy="982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5.</a:t>
            </a:r>
          </a:p>
        </p:txBody>
      </p:sp>
      <p:sp>
        <p:nvSpPr>
          <p:cNvPr id="66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2D4F5A3B-1BE8-A6F6-877E-D63F8B8E30F4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1108814" y="6597852"/>
            <a:ext cx="5716039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67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9CB7C4EB-C65D-8B76-78BB-B8E4C9CBB031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108814" y="7259980"/>
            <a:ext cx="5716039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68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97BD557A-437B-7E20-8D9E-44ADBA8CCC98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108814" y="5524262"/>
            <a:ext cx="5716039" cy="982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4.</a:t>
            </a:r>
          </a:p>
        </p:txBody>
      </p:sp>
      <p:sp>
        <p:nvSpPr>
          <p:cNvPr id="69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28084581-06D3-7B85-B238-C671CC8002AB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2540897" y="6597852"/>
            <a:ext cx="5716039" cy="5351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70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FD5DCC87-0CC3-8871-DB05-79CDBD5FC19A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12540897" y="7259980"/>
            <a:ext cx="5716039" cy="14911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71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156C6021-48D6-C0FD-7F34-56D1926C02FE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2540897" y="5524262"/>
            <a:ext cx="5716039" cy="9823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6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6.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LAYOUT 1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565944DB-5FBE-39CE-A3C6-DD65194B4C5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561382"/>
            <a:ext cx="18288000" cy="8587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6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3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0877B59B-EE82-6B9D-72B8-7E81C1D8469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1562169"/>
            <a:ext cx="18288000" cy="56890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4" name="Espace réservé pour une image  45">
            <a:extLst xmlns:a="http://schemas.openxmlformats.org/drawingml/2006/main">
              <a:ext uri="{FF2B5EF4-FFF2-40B4-BE49-F238E27FC236}">
                <a16:creationId xmlns:a16="http://schemas.microsoft.com/office/drawing/2014/main" id="{4866FFFD-F674-D01F-A308-2A6757B144DF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6476833" y="6426200"/>
            <a:ext cx="5318125" cy="3595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5" name="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28DBDFC2-2191-A989-5606-CC3BFEC8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1" y="2483538"/>
            <a:ext cx="5318126" cy="35956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0EB79AED-89FD-62A6-6411-8A556468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913" y="6430310"/>
            <a:ext cx="5329410" cy="35956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E4E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</a:p>
        </p:txBody>
      </p:sp>
      <p:sp>
        <p:nvSpPr>
          <p:cNvPr id="7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DC358E6-DB45-D391-6437-3DD0689C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573" y="6426887"/>
            <a:ext cx="5318126" cy="16583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</a:p>
        </p:txBody>
      </p:sp>
      <p:sp>
        <p:nvSpPr>
          <p:cNvPr id="8" name="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EE8ADED8-E75F-4B22-DFDC-0A0ED4C41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3573" y="8363555"/>
            <a:ext cx="5318126" cy="165833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</a:p>
        </p:txBody>
      </p:sp>
      <p:sp>
        <p:nvSpPr>
          <p:cNvPr id="9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061359AA-0BB7-CEFF-A712-160DDF975F8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481757" y="2486272"/>
            <a:ext cx="5318125" cy="3595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0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592C28E7-544C-DFCF-0CC9-BEFD3887DA93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871537" y="6420337"/>
            <a:ext cx="5318125" cy="35956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1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1D228FC1-A989-801A-BCC9-8C625A816E35}"/>
              </a:ext>
            </a:extLst>
          </p:cNvPr>
          <p:cNvSpPr>
            <a:spLocks xmlns:a="http://schemas.openxmlformats.org/drawingml/2006/main" noGrp="1"/>
          </p:cNvSpPr>
          <p:nvPr>
            <p:ph type="body" idx="18" hasCustomPrompt="1"/>
          </p:nvPr>
        </p:nvSpPr>
        <p:spPr>
          <a:xfrm xmlns:a="http://schemas.openxmlformats.org/drawingml/2006/main">
            <a:off x="12104859" y="6420337"/>
            <a:ext cx="5318125" cy="165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3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15925E59-8E3F-50D2-8C37-CA7486D00599}"/>
              </a:ext>
            </a:extLst>
          </p:cNvPr>
          <p:cNvSpPr>
            <a:spLocks xmlns:a="http://schemas.openxmlformats.org/drawingml/2006/main" noGrp="1"/>
          </p:cNvSpPr>
          <p:nvPr>
            <p:ph type="body" idx="19" hasCustomPrompt="1"/>
          </p:nvPr>
        </p:nvSpPr>
        <p:spPr>
          <a:xfrm xmlns:a="http://schemas.openxmlformats.org/drawingml/2006/main">
            <a:off x="12104859" y="8357005"/>
            <a:ext cx="5318125" cy="16583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000" b="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4" name="Espace réservé pour une image  45">
            <a:extLst xmlns:a="http://schemas.openxmlformats.org/drawingml/2006/main">
              <a:ext uri="{FF2B5EF4-FFF2-40B4-BE49-F238E27FC236}">
                <a16:creationId xmlns:a16="http://schemas.microsoft.com/office/drawing/2014/main" id="{81E6DC9A-C479-7B5F-63FB-4F85414FD11A}"/>
              </a:ext>
            </a:extLst>
          </p:cNvPr>
          <p:cNvSpPr>
            <a:spLocks xmlns:a="http://schemas.openxmlformats.org/drawingml/2006/main" noGrp="1"/>
          </p:cNvSpPr>
          <p:nvPr>
            <p:ph type="pic" idx="20"/>
          </p:nvPr>
        </p:nvSpPr>
        <p:spPr>
          <a:xfrm xmlns:a="http://schemas.openxmlformats.org/drawingml/2006/main">
            <a:off x="856913" y="2486272"/>
            <a:ext cx="5318125" cy="3595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5" name="Espace réservé pour une image  45">
            <a:extLst xmlns:a="http://schemas.openxmlformats.org/drawingml/2006/main">
              <a:ext uri="{FF2B5EF4-FFF2-40B4-BE49-F238E27FC236}">
                <a16:creationId xmlns:a16="http://schemas.microsoft.com/office/drawing/2014/main" id="{417DFB33-3308-C65F-25E1-5583828AF5D7}"/>
              </a:ext>
            </a:extLst>
          </p:cNvPr>
          <p:cNvSpPr>
            <a:spLocks xmlns:a="http://schemas.openxmlformats.org/drawingml/2006/main" noGrp="1"/>
          </p:cNvSpPr>
          <p:nvPr>
            <p:ph type="pic" idx="21"/>
          </p:nvPr>
        </p:nvSpPr>
        <p:spPr>
          <a:xfrm xmlns:a="http://schemas.openxmlformats.org/drawingml/2006/main">
            <a:off x="12093573" y="2486272"/>
            <a:ext cx="5318125" cy="3595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LAYOUT 1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683CAC54-C5D0-28A2-06DA-9E4D978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5029200" cy="102885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</a:p>
        </p:txBody>
      </p:sp>
      <p:sp>
        <p:nvSpPr>
          <p:cNvPr id="4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17ED9FB3-3DE9-4E54-91B2-BBF2A34E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042" y="5343028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481F3006-1FB6-34DB-4443-342E0F5999F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65712" y="3275123"/>
            <a:ext cx="4019229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bg1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9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DD99019D-BDCD-45DB-036F-BDCBAC7F83E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5712" y="4178919"/>
            <a:ext cx="4019229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10" name="Espace réservé pour une image  45">
            <a:extLst xmlns:a="http://schemas.openxmlformats.org/drawingml/2006/main">
              <a:ext uri="{FF2B5EF4-FFF2-40B4-BE49-F238E27FC236}">
                <a16:creationId xmlns:a16="http://schemas.microsoft.com/office/drawing/2014/main" id="{65252754-C44E-3B88-0B58-D5A9019B56D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5031389" y="1222374"/>
            <a:ext cx="11823389" cy="4274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4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01FC19D7-7920-293B-88C6-AA00AE83A591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718010" y="5887951"/>
            <a:ext cx="5336680" cy="1086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5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461D87F6-A69D-8111-009C-533C66682A0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1531953" y="5887951"/>
            <a:ext cx="5336680" cy="1086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6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4997CCD5-5F04-C48D-9420-13586DCFDDA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1531953" y="7087413"/>
            <a:ext cx="5336679" cy="2108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7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115F2387-C207-256B-4DBB-D4FF1CBAFE6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718010" y="7087413"/>
            <a:ext cx="5336679" cy="2108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17732E61-2EEE-2841-2B9A-B48164EC83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765712" y="5820176"/>
            <a:ext cx="4019229" cy="4265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50000"/>
              </a:lnSpc>
              <a:buNone/>
              <a:defRPr sz="20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1_LAYOUT 1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683CAC54-C5D0-28A2-06DA-9E4D97868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0"/>
            <a:ext cx="5029200" cy="1028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</a:p>
        </p:txBody>
      </p:sp>
      <p:sp>
        <p:nvSpPr>
          <p:cNvPr id="4" name="Прямая соединительная линия 9">
            <a:extLst xmlns:a="http://schemas.openxmlformats.org/drawingml/2006/main">
              <a:ext uri="{FF2B5EF4-FFF2-40B4-BE49-F238E27FC236}">
                <a16:creationId xmlns:a16="http://schemas.microsoft.com/office/drawing/2014/main" id="{CB14465A-EF85-44D6-81C0-9FEEC08A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6042" y="5343028"/>
            <a:ext cx="2286000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481F3006-1FB6-34DB-4443-342E0F5999FC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765712" y="3275123"/>
            <a:ext cx="4019229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bg1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9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DD99019D-BDCD-45DB-036F-BDCBAC7F83EC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765712" y="4178919"/>
            <a:ext cx="4019229" cy="85847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defRPr>
            </a:lvl1pPr>
            <a:lvl2pPr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10" name="Espace réservé pour une image  45">
            <a:extLst xmlns:a="http://schemas.openxmlformats.org/drawingml/2006/main">
              <a:ext uri="{FF2B5EF4-FFF2-40B4-BE49-F238E27FC236}">
                <a16:creationId xmlns:a16="http://schemas.microsoft.com/office/drawing/2014/main" id="{65252754-C44E-3B88-0B58-D5A9019B56D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5031389" y="1222374"/>
            <a:ext cx="11823389" cy="42747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/>
        </p:txBody>
      </p:sp>
      <p:sp>
        <p:nvSpPr>
          <p:cNvPr id="14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01FC19D7-7920-293B-88C6-AA00AE83A591}"/>
              </a:ext>
            </a:extLst>
          </p:cNvPr>
          <p:cNvSpPr>
            <a:spLocks xmlns:a="http://schemas.openxmlformats.org/drawingml/2006/main" noGrp="1"/>
          </p:cNvSpPr>
          <p:nvPr>
            <p:ph type="body" idx="20" hasCustomPrompt="1"/>
          </p:nvPr>
        </p:nvSpPr>
        <p:spPr>
          <a:xfrm xmlns:a="http://schemas.openxmlformats.org/drawingml/2006/main">
            <a:off x="5718010" y="5887951"/>
            <a:ext cx="5336680" cy="1086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5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461D87F6-A69D-8111-009C-533C66682A0D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11531953" y="5887951"/>
            <a:ext cx="5336680" cy="108605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pPr marL="0" indent="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6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4997CCD5-5F04-C48D-9420-13586DCFDDA2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11531953" y="7087413"/>
            <a:ext cx="5336679" cy="2108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17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115F2387-C207-256B-4DBB-D4FF1CBAFE6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5718010" y="7087413"/>
            <a:ext cx="5336679" cy="210874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lnSpc>
                <a:spcPct val="150000"/>
              </a:lnSpc>
              <a:buNone/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17732E61-2EEE-2841-2B9A-B48164EC83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765712" y="5820176"/>
            <a:ext cx="4019229" cy="4265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lnSpc>
                <a:spcPct val="150000"/>
              </a:lnSpc>
              <a:buNone/>
              <a:defRPr sz="32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2pPr>
            <a:lvl3pPr>
              <a:lnSpc>
                <a:spcPct val="150000"/>
              </a:lnSpc>
              <a:buNone/>
              <a:defRPr sz="20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3pPr>
            <a:lvl4pPr>
              <a:lnSpc>
                <a:spcPct val="150000"/>
              </a:lnSpc>
              <a:buNone/>
              <a:defRPr sz="18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4pPr>
            <a:lvl5pPr>
              <a:lnSpc>
                <a:spcPct val="150000"/>
              </a:lnSpc>
              <a:buNone/>
              <a:defRPr sz="1600">
                <a:solidFill>
                  <a:schemeClr val="bg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Cliquez pour modifier les styles du texte du masque</a:t>
            </a:r>
          </a:p>
          <a:p xmlns:a="http://schemas.openxmlformats.org/drawingml/2006/main">
            <a:pPr>
              <a:buNone/>
            </a:pPr>
            <a:r>
              <a:t>Deuxième niveau</a:t>
            </a:r>
          </a:p>
          <a:p xmlns:a="http://schemas.openxmlformats.org/drawingml/2006/main">
            <a:pPr>
              <a:buNone/>
            </a:pPr>
            <a:r>
              <a:t>Troisième niveau</a:t>
            </a:r>
          </a:p>
          <a:p xmlns:a="http://schemas.openxmlformats.org/drawingml/2006/main">
            <a:pPr>
              <a:buNone/>
            </a:pPr>
            <a:r>
              <a:t>Quatrième niveau</a:t>
            </a:r>
          </a:p>
          <a:p xmlns:a="http://schemas.openxmlformats.org/drawingml/2006/main">
            <a:pPr>
              <a:buNone/>
            </a:pPr>
            <a:r>
              <a:t>Cinquième niveau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LAYOUT 1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03455FE-AD61-4DD2-E9AE-9E7D366E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44" y="4135438"/>
            <a:ext cx="207660" cy="2628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AFA561BF-D473-0DB7-E1EE-0D1286E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403" y="4135438"/>
            <a:ext cx="207660" cy="2628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44FDB8EB-B5A1-1984-5979-81FA94D4654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3922496"/>
            <a:ext cx="18288000" cy="624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9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E7897EB9-17D6-A8B5-3248-25A5FA34AD1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5285985"/>
            <a:ext cx="18288000" cy="14775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400" i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LAYOUT 1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9C5B9DC-8AB6-E45F-3D47-90707F1C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85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>
              <a:lumMod val="85000"/>
              <a:lumOff val="15000"/>
            </a:schemeClr>
          </a:solidFill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203455FE-AD61-4DD2-E9AE-9E7D366E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44" y="4135438"/>
            <a:ext cx="207660" cy="2628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AFA561BF-D473-0DB7-E1EE-0D1286E4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403" y="4135438"/>
            <a:ext cx="207660" cy="2628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44FDB8EB-B5A1-1984-5979-81FA94D4654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3922496"/>
            <a:ext cx="18288000" cy="62445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000" b="1">
                <a:solidFill>
                  <a:schemeClr val="bg1"/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9" name="Espace réservé du texte 33">
            <a:extLst xmlns:a="http://schemas.openxmlformats.org/drawingml/2006/main">
              <a:ext uri="{FF2B5EF4-FFF2-40B4-BE49-F238E27FC236}">
                <a16:creationId xmlns:a16="http://schemas.microsoft.com/office/drawing/2014/main" id="{E7897EB9-17D6-A8B5-3248-25A5FA34AD1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0" y="5285985"/>
            <a:ext cx="18288000" cy="147751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lnSpc>
                <a:spcPct val="150000"/>
              </a:lnSpc>
              <a:buNone/>
              <a:defRPr sz="2400" i="1">
                <a:solidFill>
                  <a:schemeClr val="bg1"/>
                </a:solidFill>
                <a:latin typeface="Arial"/>
                <a:ea typeface="Arial"/>
                <a:cs typeface="Arial"/>
              </a:defRPr>
            </a:lvl1pPr>
            <a:lvl2pPr marL="685800" indent="0" algn="ctr">
              <a:buNone/>
              <a:defRPr sz="2000">
                <a:latin typeface="Arial"/>
                <a:ea typeface="Arial"/>
                <a:cs typeface="Arial"/>
              </a:defRPr>
            </a:lvl2pPr>
            <a:lvl3pPr marL="1371600" indent="0" algn="ctr">
              <a:buNone/>
              <a:defRPr sz="2000">
                <a:latin typeface="Arial"/>
                <a:ea typeface="Arial"/>
                <a:cs typeface="Arial"/>
              </a:defRPr>
            </a:lvl3pPr>
            <a:lvl4pPr marL="2057400" indent="0" algn="ctr">
              <a:buNone/>
              <a:defRPr sz="2000">
                <a:latin typeface="Arial"/>
                <a:ea typeface="Arial"/>
                <a:cs typeface="Arial"/>
              </a:defRPr>
            </a:lvl4pPr>
            <a:lvl5pPr marL="2743200" indent="0" algn="ctr">
              <a:buNone/>
              <a:defRPr sz="20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</a:t>
            </a:r>
            <a:r>
              <a:t>text</a:t>
            </a:r>
          </a:p>
        </p:txBody>
      </p:sp>
      <p:pic>
        <p:nvPicPr>
          <p:cNvPr id="12" name="Imag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b2b14dcaa443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248390" y="9510624"/>
            <a:ext cx="1791221" cy="39138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1.xml><?xml version="1.0" encoding="utf-8"?>
<p:sldLayout xmlns:p="http://schemas.openxmlformats.org/presentationml/2006/main" preserve="1" userDrawn="1">
  <p:cSld name="LAYOUT 19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71C20A50-0B91-F480-7916-28A7163C9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44" y="4135438"/>
            <a:ext cx="207660" cy="2628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Прямоугольник 5">
            <a:extLst xmlns:a="http://schemas.openxmlformats.org/drawingml/2006/main">
              <a:ext uri="{FF2B5EF4-FFF2-40B4-BE49-F238E27FC236}">
                <a16:creationId xmlns:a16="http://schemas.microsoft.com/office/drawing/2014/main" id="{EEE836BB-C9CD-867E-F347-52C411BA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4403" y="4135438"/>
            <a:ext cx="207660" cy="262806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DD248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D704BF33-D201-A0C2-5340-E25EF29BF44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0" y="5144293"/>
            <a:ext cx="18288000" cy="120191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8000" b="1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>
              <a:buNone/>
            </a:pPr>
            <a:r>
              <a:t>Add</a:t>
            </a:r>
            <a:r>
              <a:t> a </a:t>
            </a:r>
            <a:r>
              <a:t>title</a:t>
            </a:r>
          </a:p>
        </p:txBody>
      </p:sp>
      <p:sp>
        <p:nvSpPr>
          <p:cNvPr id="18" name="Oval 13">
            <a:extLst xmlns:a="http://schemas.openxmlformats.org/drawingml/2006/main">
              <a:ext uri="{FF2B5EF4-FFF2-40B4-BE49-F238E27FC236}">
                <a16:creationId xmlns:a16="http://schemas.microsoft.com/office/drawing/2014/main" id="{75D9BD81-EF5A-EE57-16A2-66EB857D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4370" y="2366673"/>
            <a:ext cx="1818868" cy="18188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63500" dir="5400000" algn="ctr" rotWithShape="0">
              <a:prstClr val="black">
                <a:alpha val="22000"/>
              </a:prstClr>
            </a:outerShdw>
          </a:effectLst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Forme libre : forme 21">
            <a:extLst xmlns:a="http://schemas.openxmlformats.org/drawingml/2006/main">
              <a:ext uri="{FF2B5EF4-FFF2-40B4-BE49-F238E27FC236}">
                <a16:creationId xmlns:a16="http://schemas.microsoft.com/office/drawing/2014/main" id="{8D11412A-E74F-F62D-287D-882E7F29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3019" y="1845322"/>
            <a:ext cx="2861571" cy="2861571"/>
          </a:xfrm>
          <a:custGeom xmlns:a="http://schemas.openxmlformats.org/drawingml/2006/main">
            <a:rect l="l" t="t" r="r" b="b"/>
            <a:pathLst>
              <a:path w="2861571" h="2861571">
                <a:moveTo>
                  <a:pt x="1430786" y="163819"/>
                </a:moveTo>
                <a:cubicBezTo>
                  <a:pt x="2129383" y="163819"/>
                  <a:pt x="2697728" y="732165"/>
                  <a:pt x="2697728" y="1430762"/>
                </a:cubicBezTo>
                <a:cubicBezTo>
                  <a:pt x="2697728" y="2129358"/>
                  <a:pt x="2129383" y="2697704"/>
                  <a:pt x="1430786" y="2697704"/>
                </a:cubicBezTo>
                <a:cubicBezTo>
                  <a:pt x="732189" y="2697704"/>
                  <a:pt x="163819" y="2129383"/>
                  <a:pt x="163819" y="1430786"/>
                </a:cubicBezTo>
                <a:cubicBezTo>
                  <a:pt x="163819" y="732189"/>
                  <a:pt x="732189" y="163819"/>
                  <a:pt x="1430786" y="163819"/>
                </a:cubicBezTo>
                <a:moveTo>
                  <a:pt x="1430786" y="0"/>
                </a:moveTo>
                <a:cubicBezTo>
                  <a:pt x="640577" y="0"/>
                  <a:pt x="0" y="640577"/>
                  <a:pt x="0" y="1430786"/>
                </a:cubicBezTo>
                <a:cubicBezTo>
                  <a:pt x="0" y="2220995"/>
                  <a:pt x="640577" y="2861572"/>
                  <a:pt x="1430786" y="2861572"/>
                </a:cubicBezTo>
                <a:cubicBezTo>
                  <a:pt x="2220995" y="2861572"/>
                  <a:pt x="2861572" y="2220995"/>
                  <a:pt x="2861572" y="1430786"/>
                </a:cubicBezTo>
                <a:cubicBezTo>
                  <a:pt x="2861572" y="640577"/>
                  <a:pt x="2220970" y="0"/>
                  <a:pt x="1430786" y="0"/>
                </a:cubicBezTo>
                <a:lnTo>
                  <a:pt x="1430786" y="0"/>
                </a:lnTo>
                <a:close/>
              </a:path>
            </a:pathLst>
          </a:custGeom>
          <a:solidFill xmlns:a="http://schemas.openxmlformats.org/drawingml/2006/main">
            <a:srgbClr val="00AE4E"/>
          </a:solidFill>
          <a:ln xmlns:a="http://schemas.openxmlformats.org/drawingml/2006/main" w="2434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userDrawn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3.xml><?xml version="1.0" encoding="utf-8"?>
<p:sldLayout xmlns:p="http://schemas.openxmlformats.org/presentationml/2006/main" userDrawn="1">
  <p:cSld name="1_LAYOUT 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7B9D1E1C-FE5B-4397-8381-E3BD07A0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389144"/>
            <a:ext cx="1155032" cy="0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chemeClr val="tx1">
                <a:lumMod val="75000"/>
                <a:lumOff val="2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93B4AD7E-E1E8-07D5-A459-23930CF9E8A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326982" y="733286"/>
            <a:ext cx="15291243" cy="8994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6000">
                <a:solidFill>
                  <a:schemeClr val="tx1">
                    <a:lumMod val="75000"/>
                    <a:lumOff val="25000"/>
                  </a:schemeClr>
                </a:solidFill>
                <a:latin typeface="Century Gothic"/>
                <a:ea typeface="Century Gothic"/>
                <a:cs typeface="Century Gothic"/>
              </a:defRPr>
            </a:lvl1pPr>
            <a:lvl2pPr marL="685800" indent="0">
              <a:buNone/>
              <a:defRPr sz="6000">
                <a:latin typeface="Century Gothic"/>
                <a:ea typeface="Century Gothic"/>
                <a:cs typeface="Century Gothic"/>
              </a:defRPr>
            </a:lvl2pPr>
            <a:lvl3pPr marL="1371600" indent="0">
              <a:buNone/>
              <a:defRPr sz="6000">
                <a:latin typeface="Century Gothic"/>
                <a:ea typeface="Century Gothic"/>
                <a:cs typeface="Century Gothic"/>
              </a:defRPr>
            </a:lvl3pPr>
            <a:lvl4pPr marL="2057400" indent="0">
              <a:buNone/>
              <a:defRPr sz="6000">
                <a:latin typeface="Century Gothic"/>
                <a:ea typeface="Century Gothic"/>
                <a:cs typeface="Century Gothic"/>
              </a:defRPr>
            </a:lvl4pPr>
            <a:lvl5pPr marL="2743200" indent="0">
              <a:buNone/>
              <a:defRPr sz="6000">
                <a:latin typeface="Century Gothic"/>
                <a:ea typeface="Century Gothic"/>
                <a:cs typeface="Century Gothic"/>
              </a:defRPr>
            </a:lvl5pPr>
          </a:lstStyle>
          <a:p xmlns:a="http://schemas.openxmlformats.org/drawingml/2006/main">
            <a:pPr>
              <a:buNone/>
            </a:pPr>
            <a:r>
              <a:t>Title</a:t>
            </a:r>
          </a:p>
        </p:txBody>
      </p:sp>
      <p:sp>
        <p:nvSpPr>
          <p:cNvPr id="9" name="Espace réservé du texte 8">
            <a:extLst xmlns:a="http://schemas.openxmlformats.org/drawingml/2006/main">
              <a:ext uri="{FF2B5EF4-FFF2-40B4-BE49-F238E27FC236}">
                <a16:creationId xmlns:a16="http://schemas.microsoft.com/office/drawing/2014/main" id="{F8370889-5BC6-7040-843F-7C36959B194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326982" y="1790146"/>
            <a:ext cx="15291242" cy="22517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685800" indent="0">
              <a:buNone/>
              <a:defRPr sz="2400">
                <a:latin typeface="Arial"/>
                <a:ea typeface="Arial"/>
                <a:cs typeface="Arial"/>
              </a:defRPr>
            </a:lvl2pPr>
            <a:lvl3pPr marL="1371600" indent="0">
              <a:buNone/>
              <a:defRPr sz="2400">
                <a:latin typeface="Arial"/>
                <a:ea typeface="Arial"/>
                <a:cs typeface="Arial"/>
              </a:defRPr>
            </a:lvl3pPr>
            <a:lvl4pPr marL="2057400" indent="0">
              <a:buNone/>
              <a:defRPr sz="2400">
                <a:latin typeface="Arial"/>
                <a:ea typeface="Arial"/>
                <a:cs typeface="Arial"/>
              </a:defRPr>
            </a:lvl4pPr>
            <a:lvl5pPr marL="2743200" indent="0">
              <a:buNone/>
              <a:defRPr sz="2400"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>
              <a:buNone/>
            </a:pPr>
            <a:r>
              <a:t>Text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3c803cf97a54e19" /><Relationship Type="http://schemas.openxmlformats.org/officeDocument/2006/relationships/theme" Target="/ppt/slideMasters/theme/theme2.xml" Id="Rc7913d17794f4089" /><Relationship Type="http://schemas.openxmlformats.org/officeDocument/2006/relationships/slideLayout" Target="/ppt/slideLayouts/slideLayout1.xml" Id="R088a2ea379ea413e" /><Relationship Type="http://schemas.openxmlformats.org/officeDocument/2006/relationships/slideLayout" Target="/ppt/slideLayouts/slideLayout2.xml" Id="R371c4afc13fa4c3f" /><Relationship Type="http://schemas.openxmlformats.org/officeDocument/2006/relationships/slideLayout" Target="/ppt/slideLayouts/slideLayout3.xml" Id="Rd47ac45294dc428e" /><Relationship Type="http://schemas.openxmlformats.org/officeDocument/2006/relationships/slideLayout" Target="/ppt/slideLayouts/slideLayout4.xml" Id="Ra568a3f941d54dda" /><Relationship Type="http://schemas.openxmlformats.org/officeDocument/2006/relationships/slideLayout" Target="/ppt/slideLayouts/slideLayout5.xml" Id="R63f510e0a55447e7" /><Relationship Type="http://schemas.openxmlformats.org/officeDocument/2006/relationships/slideLayout" Target="/ppt/slideLayouts/slideLayout6.xml" Id="Re62d0bd76a824868" /><Relationship Type="http://schemas.openxmlformats.org/officeDocument/2006/relationships/slideLayout" Target="/ppt/slideLayouts/slideLayout7.xml" Id="R26e7e8deef2d4235" /><Relationship Type="http://schemas.openxmlformats.org/officeDocument/2006/relationships/slideLayout" Target="/ppt/slideLayouts/slideLayout8.xml" Id="R51b2909f47e4442b" /><Relationship Type="http://schemas.openxmlformats.org/officeDocument/2006/relationships/slideLayout" Target="/ppt/slideLayouts/slideLayout9.xml" Id="Rdddf13f14c284876" /><Relationship Type="http://schemas.openxmlformats.org/officeDocument/2006/relationships/slideLayout" Target="/ppt/slideLayouts/slideLayout10.xml" Id="Re07dc2dacf3649ae" /><Relationship Type="http://schemas.openxmlformats.org/officeDocument/2006/relationships/slideLayout" Target="/ppt/slideLayouts/slideLayout11.xml" Id="R305c7633b6104046" /><Relationship Type="http://schemas.openxmlformats.org/officeDocument/2006/relationships/slideLayout" Target="/ppt/slideLayouts/slideLayout12.xml" Id="R457e819ef33b4587" /><Relationship Type="http://schemas.openxmlformats.org/officeDocument/2006/relationships/slideLayout" Target="/ppt/slideLayouts/slideLayout13.xml" Id="Rddad0a33e45a4c81" /><Relationship Type="http://schemas.openxmlformats.org/officeDocument/2006/relationships/slideLayout" Target="/ppt/slideLayouts/slideLayout14.xml" Id="R7dc29c694cfa4803" /><Relationship Type="http://schemas.openxmlformats.org/officeDocument/2006/relationships/slideLayout" Target="/ppt/slideLayouts/slideLayout15.xml" Id="R3319e2ef09964cc3" /><Relationship Type="http://schemas.openxmlformats.org/officeDocument/2006/relationships/slideLayout" Target="/ppt/slideLayouts/slideLayout16.xml" Id="Reb0a05c213c9407b" /><Relationship Type="http://schemas.openxmlformats.org/officeDocument/2006/relationships/slideLayout" Target="/ppt/slideLayouts/slideLayout17.xml" Id="R317cbcad90324fe8" /><Relationship Type="http://schemas.openxmlformats.org/officeDocument/2006/relationships/slideLayout" Target="/ppt/slideLayouts/slideLayout18.xml" Id="Ra5a70dcd5b134ad0" /><Relationship Type="http://schemas.openxmlformats.org/officeDocument/2006/relationships/slideLayout" Target="/ppt/slideLayouts/slideLayout19.xml" Id="Rb96ce583485d4e97" /><Relationship Type="http://schemas.openxmlformats.org/officeDocument/2006/relationships/slideLayout" Target="/ppt/slideLayouts/slideLayout20.xml" Id="Re88f1a739403405b" /><Relationship Type="http://schemas.openxmlformats.org/officeDocument/2006/relationships/slideLayout" Target="/ppt/slideLayouts/slideLayout21.xml" Id="Rfde900940b6a4b10" /><Relationship Type="http://schemas.openxmlformats.org/officeDocument/2006/relationships/slideLayout" Target="/ppt/slideLayouts/slideLayout22.xml" Id="R66c4cc083cdf4011" /><Relationship Type="http://schemas.openxmlformats.org/officeDocument/2006/relationships/slideLayout" Target="/ppt/slideLayouts/slideLayout23.xml" Id="R7492a30eb1484718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Прямоугольник 4">
            <a:extLst xmlns:a="http://schemas.openxmlformats.org/drawingml/2006/main">
              <a:ext uri="{FF2B5EF4-FFF2-40B4-BE49-F238E27FC236}">
                <a16:creationId xmlns:a16="http://schemas.microsoft.com/office/drawing/2014/main" id="{600F580A-E94B-4494-9932-6DE363407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8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99272BEA-106F-49D1-82A6-F5605E2CA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313" y="9722574"/>
            <a:ext cx="413896" cy="24622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149B6D55-4680-4DC5-B665-330CCBA60EFE}" type="slidenum">
              <a: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‹N°›</a:t>
            </a:fld>
          </a:p>
        </p:txBody>
      </p:sp>
      <p:sp>
        <p:nvSpPr>
          <p:cNvPr id="15" name="Под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EAD71E67-66EB-430A-8552-2FE30EF3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122" y="9657694"/>
            <a:ext cx="2619679" cy="33496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50000"/>
              </a:lnSpc>
              <a:spcBef>
                <a:spcPts val="0"/>
              </a:spcBef>
              <a:buNone/>
            </a:pPr>
            <a:r>
              <a: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2024     </a:t>
            </a:r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|     ACTIA TEMPLATE</a:t>
            </a:r>
            <a:r>
              <a: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     </a:t>
            </a:r>
            <a:r>
              <a: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rPr>
              <a:t>| </a:t>
            </a:r>
          </a:p>
        </p:txBody>
      </p:sp>
      <p:pic>
        <p:nvPicPr>
          <p:cNvPr id="16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c803cf97a54e1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5093428" y="9510624"/>
            <a:ext cx="1791221" cy="391382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88a2ea379ea413e"/>
    <p:sldLayoutId xmlns:r="http://schemas.openxmlformats.org/officeDocument/2006/relationships" id="2147483650" r:id="R371c4afc13fa4c3f"/>
    <p:sldLayoutId xmlns:r="http://schemas.openxmlformats.org/officeDocument/2006/relationships" id="2147483651" r:id="Rd47ac45294dc428e"/>
    <p:sldLayoutId xmlns:r="http://schemas.openxmlformats.org/officeDocument/2006/relationships" id="2147483652" r:id="Ra568a3f941d54dda"/>
    <p:sldLayoutId xmlns:r="http://schemas.openxmlformats.org/officeDocument/2006/relationships" id="2147483653" r:id="R63f510e0a55447e7"/>
    <p:sldLayoutId xmlns:r="http://schemas.openxmlformats.org/officeDocument/2006/relationships" id="2147483654" r:id="Re62d0bd76a824868"/>
    <p:sldLayoutId xmlns:r="http://schemas.openxmlformats.org/officeDocument/2006/relationships" id="2147483655" r:id="R26e7e8deef2d4235"/>
    <p:sldLayoutId xmlns:r="http://schemas.openxmlformats.org/officeDocument/2006/relationships" id="2147483656" r:id="R51b2909f47e4442b"/>
    <p:sldLayoutId xmlns:r="http://schemas.openxmlformats.org/officeDocument/2006/relationships" id="2147483657" r:id="Rdddf13f14c284876"/>
    <p:sldLayoutId xmlns:r="http://schemas.openxmlformats.org/officeDocument/2006/relationships" id="2147483658" r:id="Re07dc2dacf3649ae"/>
    <p:sldLayoutId xmlns:r="http://schemas.openxmlformats.org/officeDocument/2006/relationships" id="2147483659" r:id="R305c7633b6104046"/>
    <p:sldLayoutId xmlns:r="http://schemas.openxmlformats.org/officeDocument/2006/relationships" id="2147483660" r:id="R457e819ef33b4587"/>
    <p:sldLayoutId xmlns:r="http://schemas.openxmlformats.org/officeDocument/2006/relationships" id="2147483661" r:id="Rddad0a33e45a4c81"/>
    <p:sldLayoutId xmlns:r="http://schemas.openxmlformats.org/officeDocument/2006/relationships" id="2147483662" r:id="R7dc29c694cfa4803"/>
    <p:sldLayoutId xmlns:r="http://schemas.openxmlformats.org/officeDocument/2006/relationships" id="2147483663" r:id="R3319e2ef09964cc3"/>
    <p:sldLayoutId xmlns:r="http://schemas.openxmlformats.org/officeDocument/2006/relationships" id="2147483664" r:id="Reb0a05c213c9407b"/>
    <p:sldLayoutId xmlns:r="http://schemas.openxmlformats.org/officeDocument/2006/relationships" id="2147483665" r:id="R317cbcad90324fe8"/>
    <p:sldLayoutId xmlns:r="http://schemas.openxmlformats.org/officeDocument/2006/relationships" id="2147483666" r:id="Ra5a70dcd5b134ad0"/>
    <p:sldLayoutId xmlns:r="http://schemas.openxmlformats.org/officeDocument/2006/relationships" id="2147483667" r:id="Rb96ce583485d4e97"/>
    <p:sldLayoutId xmlns:r="http://schemas.openxmlformats.org/officeDocument/2006/relationships" id="2147483668" r:id="Re88f1a739403405b"/>
    <p:sldLayoutId xmlns:r="http://schemas.openxmlformats.org/officeDocument/2006/relationships" id="2147483669" r:id="Rfde900940b6a4b10"/>
    <p:sldLayoutId xmlns:r="http://schemas.openxmlformats.org/officeDocument/2006/relationships" id="2147483670" r:id="R66c4cc083cdf4011"/>
    <p:sldLayoutId xmlns:r="http://schemas.openxmlformats.org/officeDocument/2006/relationships" id="2147483671" r:id="R7492a30eb148471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66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lnSpc>
          <a:spcPct val="90000"/>
        </a:lnSpc>
        <a:spcBef>
          <a:spcPts val="1500"/>
        </a:spcBef>
        <a:buChar char="•"/>
        <a:defRPr sz="4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1028700" indent="-342900" algn="l">
        <a:lnSpc>
          <a:spcPct val="90000"/>
        </a:lnSpc>
        <a:spcBef>
          <a:spcPts val="750"/>
        </a:spcBef>
        <a:buChar char="•"/>
        <a:defRPr sz="36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714500" indent="-342900" algn="l">
        <a:lnSpc>
          <a:spcPct val="90000"/>
        </a:lnSpc>
        <a:spcBef>
          <a:spcPts val="750"/>
        </a:spcBef>
        <a:buChar char="•"/>
        <a:defRPr sz="3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4003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30861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7719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44577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51435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829300" indent="-342900" algn="l">
        <a:lnSpc>
          <a:spcPct val="90000"/>
        </a:lnSpc>
        <a:spcBef>
          <a:spcPts val="750"/>
        </a:spcBef>
        <a:buChar char="•"/>
        <a:defRPr sz="27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3716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0574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7432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34290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41148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48006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5486400" algn="l">
        <a:buNone/>
        <a:defRPr sz="27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ORPORATE LAYOUT">
  <a:themeElements>
    <a:clrScheme name="ACTIA">
      <a:dk1>
        <a:srgbClr val="000000"/>
      </a:dk1>
      <a:lt1>
        <a:srgbClr val="FFFFFF"/>
      </a:lt1>
      <a:dk2>
        <a:srgbClr val="546472"/>
      </a:dk2>
      <a:lt2>
        <a:srgbClr val="EDF4F5"/>
      </a:lt2>
      <a:accent1>
        <a:srgbClr val="00AE4E"/>
      </a:accent1>
      <a:accent2>
        <a:srgbClr val="65BC47"/>
      </a:accent2>
      <a:accent3>
        <a:srgbClr val="BDD248"/>
      </a:accent3>
      <a:accent4>
        <a:srgbClr val="AFB3B9"/>
      </a:accent4>
      <a:accent5>
        <a:srgbClr val="2BC3EA"/>
      </a:accent5>
      <a:accent6>
        <a:srgbClr val="F79027"/>
      </a:accent6>
      <a:hlink>
        <a:srgbClr val="65BC47"/>
      </a:hlink>
      <a:folHlink>
        <a:srgbClr val="5464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CT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d7f5efa324346" /><Relationship Type="http://schemas.openxmlformats.org/officeDocument/2006/relationships/image" Target="/ppt/media/image.jpeg" Id="R6833ff29eb824c9a" /><Relationship Type="http://schemas.openxmlformats.org/officeDocument/2006/relationships/notesSlide" Target="/ppt/notesSlides/notesSlide1.xml" Id="R66c2a3736c9e4b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ea4d01072134aa9" /><Relationship Type="http://schemas.openxmlformats.org/officeDocument/2006/relationships/image" Target="/ppt/media/image4.png" Id="R1823b506350a4673" /><Relationship Type="http://schemas.openxmlformats.org/officeDocument/2006/relationships/notesSlide" Target="/ppt/notesSlides/notesSlide2.xml" Id="Rd8941de99e9940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9b7637dbf54112" /><Relationship Type="http://schemas.openxmlformats.org/officeDocument/2006/relationships/image" Target="/ppt/media/image4.png" Id="R210fd3c2c1c94fc3" /><Relationship Type="http://schemas.openxmlformats.org/officeDocument/2006/relationships/notesSlide" Target="/ppt/notesSlides/notesSlide3.xml" Id="R8ddf045a4c084b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3927f1293f4810" /><Relationship Type="http://schemas.openxmlformats.org/officeDocument/2006/relationships/image" Target="/ppt/media/image4.png" Id="R5d117c37c7a34d07" /><Relationship Type="http://schemas.openxmlformats.org/officeDocument/2006/relationships/notesSlide" Target="/ppt/notesSlides/notesSlide4.xml" Id="R3c7b3fff0d7c4a5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323b9d53ce34a14" /><Relationship Type="http://schemas.openxmlformats.org/officeDocument/2006/relationships/notesSlide" Target="/ppt/notesSlides/notesSlide5.xml" Id="Ra7fbdec5012b42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5e8c9070ddd465b" /><Relationship Type="http://schemas.openxmlformats.org/officeDocument/2006/relationships/notesSlide" Target="/ppt/notesSlides/notesSlide6.xml" Id="R0c0ba85f4438410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eeb9ec0014c846b4" /><Relationship Type="http://schemas.openxmlformats.org/officeDocument/2006/relationships/notesSlide" Target="/ppt/notesSlides/notesSlide7.xml" Id="R9e66227c95574c8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5.xml" Id="Rd2aba67b9dbe4cde" /><Relationship Type="http://schemas.openxmlformats.org/officeDocument/2006/relationships/notesSlide" Target="/ppt/notesSlides/notesSlide8.xml" Id="R17a7a6a9951949e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91cb36eafb7b4ba1" /><Relationship Type="http://schemas.openxmlformats.org/officeDocument/2006/relationships/notesSlide" Target="/ppt/notesSlides/notesSlide9.xml" Id="Rd7213a0af803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39fa862846c34538" /><Relationship Type="http://schemas.openxmlformats.org/officeDocument/2006/relationships/image" Target="/ppt/media/image2.jpeg" Id="Rbcc5f775f2c04e61" /><Relationship Type="http://schemas.openxmlformats.org/officeDocument/2006/relationships/notesSlide" Target="/ppt/notesSlides/notesSlide10.xml" Id="Rae834f328d24484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5046E011-8702-6216-2659-9D4BFD98D75F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Creo VCS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074A7A48-2E35-48E6-F8FA-91B641E6EF32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 </a:t>
            </a:r>
          </a:p>
        </p:txBody>
      </p:sp>
      <p:pic>
        <p:nvPicPr>
          <p:cNvPr id="22" name="Espace réservé pour une image  17"/>
          <p:cNvPicPr>
            <a:picLocks xmlns:a="http://schemas.openxmlformats.org/drawingml/2006/main" noChangeAspect="1"/>
          </p:cNvPicPr>
          <p:nvPr>
            <p:ph type="pic" idx="10"/>
          </p:nvPr>
        </p:nvPicPr>
        <p:blipFill>
          <a:blip xmlns:r="http://schemas.openxmlformats.org/officeDocument/2006/relationships" xmlns:a="http://schemas.openxmlformats.org/drawingml/2006/main" r:embed="R6833ff29eb824c9a"/>
          <a:srcRect xmlns:a="http://schemas.openxmlformats.org/drawingml/2006/main" l="0" t="7806" r="0" b="78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" cy="914400"/>
          </a:xfrm>
        </p:spPr>
      </p:pic>
      <p:sp>
        <p:nvSpPr>
          <p:cNvPr id="16" name="Прямоугольный треугольник 8">
            <a:extLst xmlns:a="http://schemas.openxmlformats.org/drawingml/2006/main">
              <a:ext uri="{FF2B5EF4-FFF2-40B4-BE49-F238E27FC236}">
                <a16:creationId xmlns:a16="http://schemas.microsoft.com/office/drawing/2014/main" id="{22A51FAD-65B8-096B-F3A8-2A47E0B6E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-46831" y="5200650"/>
            <a:ext cx="5143500" cy="5049838"/>
          </a:xfrm>
          <a:custGeom xmlns:a="http://schemas.openxmlformats.org/drawingml/2006/main">
            <a:rect l="l" t="t" r="r" b="b"/>
            <a:pathLst>
              <a:path w="5143500" h="5049838">
                <a:moveTo>
                  <a:pt x="0" y="5049838"/>
                </a:moveTo>
                <a:lnTo>
                  <a:pt x="3181350" y="0"/>
                </a:lnTo>
                <a:lnTo>
                  <a:pt x="5143500" y="5049838"/>
                </a:lnTo>
                <a:lnTo>
                  <a:pt x="0" y="5049838"/>
                </a:lnTo>
                <a:close/>
              </a:path>
            </a:pathLst>
          </a:custGeom>
          <a:solidFill xmlns:a="http://schemas.openxmlformats.org/drawingml/2006/main">
            <a:srgbClr val="BDD248">
              <a:alpha val="83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7B17C-8DF5-4836-915D-A9E38B2D8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9D8E8-B1EA-4BE0-9C50-B5CEFA32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01</a:t>
            </a:r>
          </a:p>
        </p:txBody>
      </p:sp>
    </p:spTree>
    <p:extLst>
      <p:ext uri="{BB962C8B-B14F-4D97-AF65-F5344CB8AC3E}">
        <p14:creationId xmlns:p14="http://schemas.microsoft.com/office/powerpoint/2010/main" val="5429913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">
            <a:extLst xmlns:a="http://schemas.openxmlformats.org/drawingml/2006/main">
              <a:ext uri="{FF2B5EF4-FFF2-40B4-BE49-F238E27FC236}">
                <a16:creationId xmlns:a16="http://schemas.microsoft.com/office/drawing/2014/main" id="{1703B0C4-1D65-2BB8-A6AE-F1AA6FA045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Indicateurs de valeur à suivre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7A084792-5CAF-843A-5EEF-2F201D17509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-30%</a:t>
            </a:r>
          </a:p>
        </p:txBody>
      </p:sp>
      <p:sp>
        <p:nvSpPr>
          <p:cNvPr id="7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E6B399B4-6D61-0790-DF80-61C616451F9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Moins</a:t>
            </a:r>
          </a:p>
        </p:txBody>
      </p:sp>
      <p:sp>
        <p:nvSpPr>
          <p:cNvPr id="8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FF31635C-E7C9-0F46-02B3-506DF241ACB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100%</a:t>
            </a:r>
          </a:p>
        </p:txBody>
      </p:sp>
      <p:sp>
        <p:nvSpPr>
          <p:cNvPr id="9" name="Espace réservé du texte 8">
            <a:extLst xmlns:a="http://schemas.openxmlformats.org/drawingml/2006/main">
              <a:ext uri="{FF2B5EF4-FFF2-40B4-BE49-F238E27FC236}">
                <a16:creationId xmlns:a16="http://schemas.microsoft.com/office/drawing/2014/main" id="{5659D7A3-50E1-9F02-BA85-382C6153A1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Usage</a:t>
            </a:r>
          </a:p>
        </p:txBody>
      </p:sp>
      <p:sp>
        <p:nvSpPr>
          <p:cNvPr id="10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28186017-51DD-6BD3-D93A-8A5FDDD9A82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0"/>
              <a:t>Temps de préparation des revues projet.</a:t>
            </a:r>
          </a:p>
        </p:txBody>
      </p:sp>
      <p:sp>
        <p:nvSpPr>
          <p:cNvPr id="11" name="Espace réservé du texte 10">
            <a:extLst xmlns:a="http://schemas.openxmlformats.org/drawingml/2006/main">
              <a:ext uri="{FF2B5EF4-FFF2-40B4-BE49-F238E27FC236}">
                <a16:creationId xmlns:a16="http://schemas.microsoft.com/office/drawing/2014/main" id="{8A67D7DC-E86B-473D-B1B4-5D7A9EECE2A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t>Incidents liés aux mauvaises versions.</a:t>
            </a:r>
          </a:p>
        </p:txBody>
      </p:sp>
      <p:sp>
        <p:nvSpPr>
          <p:cNvPr id="12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87D21E3F-07B1-C6BB-BEA8-D4FB062A035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Issues critiques avec preuve complète.</a:t>
            </a:r>
          </a:p>
        </p:txBody>
      </p:sp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400FC8CB-6C33-CA38-D296-BA4C163B903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Composants suivis dans BOM, commit, issue et export.</a:t>
            </a:r>
          </a:p>
        </p:txBody>
      </p:sp>
      <p:pic>
        <p:nvPicPr>
          <p:cNvPr id="29" name="Graphiqu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3b506350a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1305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0" name="Graphiqu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3b506350a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1899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1" name="Graphiqu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3b506350a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36609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2" name="Graphiqu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3b506350a46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57202" y="3643628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E82031-183C-4B91-9DE4-9FB35BDB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B6A50B-3D92-4494-A334-F11AC2803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09</a:t>
            </a:r>
          </a:p>
        </p:txBody>
      </p:sp>
    </p:spTree>
    <p:extLst>
      <p:ext uri="{BB962C8B-B14F-4D97-AF65-F5344CB8AC3E}">
        <p14:creationId xmlns:p14="http://schemas.microsoft.com/office/powerpoint/2010/main" val="40780895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">
            <a:extLst xmlns:a="http://schemas.openxmlformats.org/drawingml/2006/main">
              <a:ext uri="{FF2B5EF4-FFF2-40B4-BE49-F238E27FC236}">
                <a16:creationId xmlns:a16="http://schemas.microsoft.com/office/drawing/2014/main" id="{1703B0C4-1D65-2BB8-A6AE-F1AA6FA045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Gouvernance et robustesse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7A084792-5CAF-843A-5EEF-2F201D17509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Stop</a:t>
            </a:r>
          </a:p>
        </p:txBody>
      </p:sp>
      <p:sp>
        <p:nvSpPr>
          <p:cNvPr id="7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E6B399B4-6D61-0790-DF80-61C616451F9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Trace</a:t>
            </a:r>
          </a:p>
        </p:txBody>
      </p:sp>
      <p:sp>
        <p:nvSpPr>
          <p:cNvPr id="8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FF31635C-E7C9-0F46-02B3-506DF241ACB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Droits</a:t>
            </a:r>
          </a:p>
        </p:txBody>
      </p:sp>
      <p:sp>
        <p:nvSpPr>
          <p:cNvPr id="9" name="Espace réservé du texte 8">
            <a:extLst xmlns:a="http://schemas.openxmlformats.org/drawingml/2006/main">
              <a:ext uri="{FF2B5EF4-FFF2-40B4-BE49-F238E27FC236}">
                <a16:creationId xmlns:a16="http://schemas.microsoft.com/office/drawing/2014/main" id="{5659D7A3-50E1-9F02-BA85-382C6153A1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Admin</a:t>
            </a:r>
          </a:p>
        </p:txBody>
      </p:sp>
      <p:sp>
        <p:nvSpPr>
          <p:cNvPr id="10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28186017-51DD-6BD3-D93A-8A5FDDD9A82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0"/>
              <a:t>Si un fichier pose problème, l'opération complète s'arrête.</a:t>
            </a:r>
          </a:p>
        </p:txBody>
      </p:sp>
      <p:sp>
        <p:nvSpPr>
          <p:cNvPr id="11" name="Espace réservé du texte 10">
            <a:extLst xmlns:a="http://schemas.openxmlformats.org/drawingml/2006/main">
              <a:ext uri="{FF2B5EF4-FFF2-40B4-BE49-F238E27FC236}">
                <a16:creationId xmlns:a16="http://schemas.microsoft.com/office/drawing/2014/main" id="{8A67D7DC-E86B-473D-B1B4-5D7A9EECE2A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t>Commits, restaurations, réouvertures et décisions restent visibles.</a:t>
            </a:r>
          </a:p>
        </p:txBody>
      </p:sp>
      <p:sp>
        <p:nvSpPr>
          <p:cNvPr id="12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87D21E3F-07B1-C6BB-BEA8-D4FB062A035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Utilisateurs, rôles, permissions et administration maîtrisée.</a:t>
            </a:r>
          </a:p>
        </p:txBody>
      </p:sp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400FC8CB-6C33-CA38-D296-BA4C163B903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Licence, version, base, métadonnées et chemins visibles côté admin.</a:t>
            </a:r>
          </a:p>
        </p:txBody>
      </p:sp>
      <p:pic>
        <p:nvPicPr>
          <p:cNvPr id="29" name="Graphiqu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fd3c2c1c94f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1305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0" name="Graphiqu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fd3c2c1c94f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1899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1" name="Graphiqu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fd3c2c1c94f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36609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2" name="Graphiqu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0fd3c2c1c94f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57202" y="3643628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A29BE3-7544-4E85-A158-83018126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13BFD0-2A8D-4140-B70A-3529AF4C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08</a:t>
            </a:r>
          </a:p>
        </p:txBody>
      </p:sp>
    </p:spTree>
    <p:extLst>
      <p:ext uri="{BB962C8B-B14F-4D97-AF65-F5344CB8AC3E}">
        <p14:creationId xmlns:p14="http://schemas.microsoft.com/office/powerpoint/2010/main" val="40780895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">
            <a:extLst xmlns:a="http://schemas.openxmlformats.org/drawingml/2006/main">
              <a:ext uri="{FF2B5EF4-FFF2-40B4-BE49-F238E27FC236}">
                <a16:creationId xmlns:a16="http://schemas.microsoft.com/office/drawing/2014/main" id="{1703B0C4-1D65-2BB8-A6AE-F1AA6FA0457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La valeur ajoutée pour l'entreprise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7A084792-5CAF-843A-5EEF-2F201D175099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Maîtrise</a:t>
            </a:r>
          </a:p>
        </p:txBody>
      </p:sp>
      <p:sp>
        <p:nvSpPr>
          <p:cNvPr id="7" name="Espace réservé du texte 6">
            <a:extLst xmlns:a="http://schemas.openxmlformats.org/drawingml/2006/main">
              <a:ext uri="{FF2B5EF4-FFF2-40B4-BE49-F238E27FC236}">
                <a16:creationId xmlns:a16="http://schemas.microsoft.com/office/drawing/2014/main" id="{E6B399B4-6D61-0790-DF80-61C616451F98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Vitesse</a:t>
            </a:r>
          </a:p>
        </p:txBody>
      </p:sp>
      <p:sp>
        <p:nvSpPr>
          <p:cNvPr id="8" name="Espace réservé du texte 7">
            <a:extLst xmlns:a="http://schemas.openxmlformats.org/drawingml/2006/main">
              <a:ext uri="{FF2B5EF4-FFF2-40B4-BE49-F238E27FC236}">
                <a16:creationId xmlns:a16="http://schemas.microsoft.com/office/drawing/2014/main" id="{FF31635C-E7C9-0F46-02B3-506DF241ACBF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Pilotage</a:t>
            </a:r>
          </a:p>
        </p:txBody>
      </p:sp>
      <p:sp>
        <p:nvSpPr>
          <p:cNvPr id="9" name="Espace réservé du texte 8">
            <a:extLst xmlns:a="http://schemas.openxmlformats.org/drawingml/2006/main">
              <a:ext uri="{FF2B5EF4-FFF2-40B4-BE49-F238E27FC236}">
                <a16:creationId xmlns:a16="http://schemas.microsoft.com/office/drawing/2014/main" id="{5659D7A3-50E1-9F02-BA85-382C6153A16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Audit</a:t>
            </a:r>
          </a:p>
        </p:txBody>
      </p:sp>
      <p:sp>
        <p:nvSpPr>
          <p:cNvPr id="10" name="Espace réservé du texte 9">
            <a:extLst xmlns:a="http://schemas.openxmlformats.org/drawingml/2006/main">
              <a:ext uri="{FF2B5EF4-FFF2-40B4-BE49-F238E27FC236}">
                <a16:creationId xmlns:a16="http://schemas.microsoft.com/office/drawing/2014/main" id="{28186017-51DD-6BD3-D93A-8A5FDDD9A82F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b="0"/>
              <a:t>Chaque correction est reliée à un problème, une version et une preuve.</a:t>
            </a:r>
          </a:p>
        </p:txBody>
      </p:sp>
      <p:sp>
        <p:nvSpPr>
          <p:cNvPr id="11" name="Espace réservé du texte 10">
            <a:extLst xmlns:a="http://schemas.openxmlformats.org/drawingml/2006/main">
              <a:ext uri="{FF2B5EF4-FFF2-40B4-BE49-F238E27FC236}">
                <a16:creationId xmlns:a16="http://schemas.microsoft.com/office/drawing/2014/main" id="{8A67D7DC-E86B-473D-B1B4-5D7A9EECE2A9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t>Moins de recherche manuelle, moins de reprises et moins d'ambiguïté.</a:t>
            </a:r>
          </a:p>
        </p:txBody>
      </p:sp>
      <p:sp>
        <p:nvSpPr>
          <p:cNvPr id="12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87D21E3F-07B1-C6BB-BEA8-D4FB062A0359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Vision claire des statuts, responsabilités, décisions et risques.</a:t>
            </a:r>
          </a:p>
        </p:txBody>
      </p:sp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400FC8CB-6C33-CA38-D296-BA4C163B903C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Capitalisation technique exploitable en audit, revue ou passation.</a:t>
            </a:r>
          </a:p>
        </p:txBody>
      </p:sp>
      <p:pic>
        <p:nvPicPr>
          <p:cNvPr id="29" name="Graphiqu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17c37c7a3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01305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0" name="Graphiqu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17c37c7a3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1899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1" name="Graphiqu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17c37c7a3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36609" y="3643628"/>
            <a:ext cx="914400" cy="914400"/>
          </a:xfrm>
          <a:prstGeom xmlns:a="http://schemas.openxmlformats.org/drawingml/2006/main" prst="rect">
            <a:avLst/>
          </a:prstGeom>
        </p:spPr>
      </p:pic>
      <p:pic>
        <p:nvPicPr>
          <p:cNvPr id="32" name="Graphique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117c37c7a34d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557202" y="3643628"/>
            <a:ext cx="914400" cy="9144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4500D-BFE4-47C1-85B4-CC16C928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6B216D-9185-4547-8D7A-76B09E61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02</a:t>
            </a:r>
          </a:p>
        </p:txBody>
      </p:sp>
    </p:spTree>
    <p:extLst>
      <p:ext uri="{BB962C8B-B14F-4D97-AF65-F5344CB8AC3E}">
        <p14:creationId xmlns:p14="http://schemas.microsoft.com/office/powerpoint/2010/main" val="40780895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">
            <a:extLst xmlns:a="http://schemas.openxmlformats.org/drawingml/2006/main">
              <a:ext uri="{FF2B5EF4-FFF2-40B4-BE49-F238E27FC236}">
                <a16:creationId xmlns:a16="http://schemas.microsoft.com/office/drawing/2014/main" id="{DCEBA131-494E-C837-DECF-B6B253A0B63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 que voit un chef de projet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0193FEED-A559-73BD-73D4-44E13FE1EF5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Creo VCS ne montre pas seulement des fichiers: il montre des décisions, responsabilités, statuts et preuves.</a:t>
            </a:r>
          </a:p>
        </p:txBody>
      </p:sp>
      <p:sp>
        <p:nvSpPr>
          <p:cNvPr id="4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22DF5C02-DA99-CA55-2B37-697F17F4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82" y="3856383"/>
            <a:ext cx="14376844" cy="5049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ctr">
              <a:lnSpc>
                <a:spcPct val="150000"/>
              </a:lnSpc>
              <a:spcBef>
                <a:spcPts val="1500"/>
              </a:spcBef>
              <a:buChar char="•"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1028700" indent="-342900" algn="ctr">
              <a:lnSpc>
                <a:spcPct val="150000"/>
              </a:lnSpc>
              <a:spcBef>
                <a:spcPts val="75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 marL="1714500" indent="-342900" algn="ctr">
              <a:lnSpc>
                <a:spcPct val="150000"/>
              </a:lnSpc>
              <a:spcBef>
                <a:spcPts val="75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 marL="2400300" indent="-342900" algn="ctr">
              <a:lnSpc>
                <a:spcPct val="150000"/>
              </a:lnSpc>
              <a:spcBef>
                <a:spcPts val="75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 marL="3086100" indent="-342900" algn="ctr">
              <a:lnSpc>
                <a:spcPct val="150000"/>
              </a:lnSpc>
              <a:spcBef>
                <a:spcPts val="750"/>
              </a:spcBef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rPr sz="1600" b="0"/>
              <a:t>Quels problèmes sont ouverts, bloquants ou résolus ?</a:t>
            </a:r>
          </a:p>
          <a:p xmlns:a="http://schemas.openxmlformats.org/drawingml/2006/main">
            <a:pPr algn="l">
              <a:buNone/>
            </a:pPr>
            <a:r>
              <a:rPr sz="1600" b="0"/>
              <a:t>Quel commit a corrigé quel problème ?</a:t>
            </a:r>
          </a:p>
          <a:p xmlns:a="http://schemas.openxmlformats.org/drawingml/2006/main">
            <a:pPr algn="l">
              <a:buNone/>
            </a:pPr>
            <a:r>
              <a:rPr sz="1600" b="0"/>
              <a:t>Quels fichiers Creo et exports sont impactés ?</a:t>
            </a:r>
          </a:p>
          <a:p xmlns:a="http://schemas.openxmlformats.org/drawingml/2006/main">
            <a:pPr algn="l">
              <a:buNone/>
            </a:pPr>
            <a:r>
              <a:t>Qui a modifié, validé, restauré ou rouvert ?</a:t>
            </a:r>
          </a:p>
          <a:p xmlns:a="http://schemas.openxmlformats.org/drawingml/2006/main">
            <a:pPr algn="l">
              <a:buNone/>
            </a:pPr>
            <a:r>
              <a:t>Quelle preuve transmettre à la qualité ou au client 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AC2A1B-97BE-4DB0-BBDA-F2266C03E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D03FF4-4204-42E3-8CFD-B5F7D2E8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07</a:t>
            </a:r>
          </a:p>
        </p:txBody>
      </p:sp>
    </p:spTree>
    <p:extLst>
      <p:ext uri="{BB962C8B-B14F-4D97-AF65-F5344CB8AC3E}">
        <p14:creationId xmlns:p14="http://schemas.microsoft.com/office/powerpoint/2010/main" val="94253302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">
            <a:extLst xmlns:a="http://schemas.openxmlformats.org/drawingml/2006/main">
              <a:ext uri="{FF2B5EF4-FFF2-40B4-BE49-F238E27FC236}">
                <a16:creationId xmlns:a16="http://schemas.microsoft.com/office/drawing/2014/main" id="{DCEBA131-494E-C837-DECF-B6B253A0B63B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Pourquoi changer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0193FEED-A559-73BD-73D4-44E13FE1EF5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Les équipes mécaniques gèrent des fichiers critiques, mais les liens entre problèmes, décisions, versions et exports restent souvent dispersés.</a:t>
            </a:r>
          </a:p>
        </p:txBody>
      </p:sp>
      <p:sp>
        <p:nvSpPr>
          <p:cNvPr id="4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22DF5C02-DA99-CA55-2B37-697F17F4E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982" y="3856383"/>
            <a:ext cx="14376844" cy="50490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342900" indent="-342900" algn="ctr">
              <a:lnSpc>
                <a:spcPct val="150000"/>
              </a:lnSpc>
              <a:spcBef>
                <a:spcPts val="1500"/>
              </a:spcBef>
              <a:buChar char="•"/>
              <a:defRPr sz="32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1pPr>
            <a:lvl2pPr marL="1028700" indent="-342900" algn="ctr">
              <a:lnSpc>
                <a:spcPct val="150000"/>
              </a:lnSpc>
              <a:spcBef>
                <a:spcPts val="750"/>
              </a:spcBef>
              <a:buChar char="•"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2pPr>
            <a:lvl3pPr marL="1714500" indent="-342900" algn="ctr">
              <a:lnSpc>
                <a:spcPct val="150000"/>
              </a:lnSpc>
              <a:spcBef>
                <a:spcPts val="750"/>
              </a:spcBef>
              <a:buChar char="•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3pPr>
            <a:lvl4pPr marL="2400300" indent="-342900" algn="ctr">
              <a:lnSpc>
                <a:spcPct val="150000"/>
              </a:lnSpc>
              <a:spcBef>
                <a:spcPts val="750"/>
              </a:spcBef>
              <a:buChar char="•"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4pPr>
            <a:lvl5pPr marL="3086100" indent="-342900" algn="ctr">
              <a:lnSpc>
                <a:spcPct val="150000"/>
              </a:lnSpc>
              <a:spcBef>
                <a:spcPts val="750"/>
              </a:spcBef>
              <a:buChar char="•"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Arial"/>
                <a:ea typeface="Arial"/>
                <a:cs typeface="Arial"/>
              </a:defRPr>
            </a:lvl5pPr>
            <a:lvl6pPr marL="37719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4577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1435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5829300" indent="-342900" algn="l">
              <a:lnSpc>
                <a:spcPct val="90000"/>
              </a:lnSpc>
              <a:spcBef>
                <a:spcPts val="750"/>
              </a:spcBef>
              <a:buChar char="•"/>
              <a:defRPr sz="27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l">
              <a:buNone/>
            </a:pPr>
            <a:r>
              <a:rPr sz="1600" b="0"/>
              <a:t>Versioning fragile: copies manuelles, mauvais fichiers, confusion PRD/ASM/DRW.</a:t>
            </a:r>
          </a:p>
          <a:p xmlns:a="http://schemas.openxmlformats.org/drawingml/2006/main">
            <a:pPr algn="l">
              <a:buNone/>
            </a:pPr>
            <a:r>
              <a:rPr sz="1600" b="0"/>
              <a:t>Traçabilité dispersée: issues, emails, PDF, STEP et rapports séparés.</a:t>
            </a:r>
          </a:p>
          <a:p xmlns:a="http://schemas.openxmlformats.org/drawingml/2006/main">
            <a:pPr algn="l">
              <a:buNone/>
            </a:pPr>
            <a:r>
              <a:rPr sz="1600" b="0"/>
              <a:t>Pilotage incomplet: visibilité limitée sur les blocages et validations.</a:t>
            </a:r>
          </a:p>
          <a:p xmlns:a="http://schemas.openxmlformats.org/drawingml/2006/main">
            <a:pPr algn="l">
              <a:buNone/>
            </a:pPr>
            <a:r>
              <a:t>Revue/audit: temps perdu à reconstruire l'histoire technique.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E4E67-A3D5-48E3-8313-60B235A52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9D1A1F-E4AD-4506-B711-C2896F3C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03</a:t>
            </a:r>
          </a:p>
        </p:txBody>
      </p:sp>
    </p:spTree>
    <p:extLst>
      <p:ext uri="{BB962C8B-B14F-4D97-AF65-F5344CB8AC3E}">
        <p14:creationId xmlns:p14="http://schemas.microsoft.com/office/powerpoint/2010/main" val="94253302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549A5B07-901B-2AAB-6B6D-33B0CD65F69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Optimisation</a:t>
            </a:r>
          </a:p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A51F9A96-CC11-0BCC-6E00-C53E8084546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Cache local, index, requêtes groupées, transactions courtes.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E2545E99-F9A4-47C5-AD3E-95E26820FB17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</a:t>
            </a:r>
          </a:p>
        </p:txBody>
      </p:sp>
      <p:sp>
        <p:nvSpPr>
          <p:cNvPr id="11" name="Espace réservé du texte 10">
            <a:extLst xmlns:a="http://schemas.openxmlformats.org/drawingml/2006/main">
              <a:ext uri="{FF2B5EF4-FFF2-40B4-BE49-F238E27FC236}">
                <a16:creationId xmlns:a16="http://schemas.microsoft.com/office/drawing/2014/main" id="{DBBBFFED-D01D-5F4A-E1C2-8E7378F8AFB6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Aujourd'hui</a:t>
            </a:r>
          </a:p>
        </p:txBody>
      </p:sp>
      <p:sp>
        <p:nvSpPr>
          <p:cNvPr id="12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186DEB7F-CF1F-F82A-1BE5-10EDA3AF6454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Desktop + base partagée + coffre fichiers.</a:t>
            </a:r>
          </a:p>
        </p:txBody>
      </p:sp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B29B70B-8CC9-E7A6-0706-E4BA29A600FA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</a:t>
            </a:r>
          </a:p>
        </p:txBody>
      </p:sp>
      <p:sp>
        <p:nvSpPr>
          <p:cNvPr id="14" name="Espace réservé du texte 13">
            <a:extLst xmlns:a="http://schemas.openxmlformats.org/drawingml/2006/main">
              <a:ext uri="{FF2B5EF4-FFF2-40B4-BE49-F238E27FC236}">
                <a16:creationId xmlns:a16="http://schemas.microsoft.com/office/drawing/2014/main" id="{B71AB1CA-54B4-2F89-EC28-87BCFDE64F53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Cible LAN</a:t>
            </a:r>
          </a:p>
        </p:txBody>
      </p:sp>
      <p:sp>
        <p:nvSpPr>
          <p:cNvPr id="15" name="Espace réservé du texte 14">
            <a:extLst xmlns:a="http://schemas.openxmlformats.org/drawingml/2006/main">
              <a:ext uri="{FF2B5EF4-FFF2-40B4-BE49-F238E27FC236}">
                <a16:creationId xmlns:a16="http://schemas.microsoft.com/office/drawing/2014/main" id="{76FF7FA7-4FF3-97DE-3880-AC132090FCEA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Serveur applicatif + PostgreSQL/SQL Server + coffre central.</a:t>
            </a:r>
          </a:p>
        </p:txBody>
      </p:sp>
      <p:sp>
        <p:nvSpPr>
          <p:cNvPr id="16" name="Espace réservé du texte 15">
            <a:extLst xmlns:a="http://schemas.openxmlformats.org/drawingml/2006/main">
              <a:ext uri="{FF2B5EF4-FFF2-40B4-BE49-F238E27FC236}">
                <a16:creationId xmlns:a16="http://schemas.microsoft.com/office/drawing/2014/main" id="{974BD51E-62D3-CF67-53BE-25D5253FC052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</a:t>
            </a:r>
          </a:p>
        </p:txBody>
      </p:sp>
      <p:sp>
        <p:nvSpPr>
          <p:cNvPr id="17" name="Espace réservé du texte 16">
            <a:extLst xmlns:a="http://schemas.openxmlformats.org/drawingml/2006/main">
              <a:ext uri="{FF2B5EF4-FFF2-40B4-BE49-F238E27FC236}">
                <a16:creationId xmlns:a16="http://schemas.microsoft.com/office/drawing/2014/main" id="{5A49C412-14CB-090D-2381-2B1A34A41A3E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Mesure</a:t>
            </a:r>
          </a:p>
        </p:txBody>
      </p:sp>
      <p:sp>
        <p:nvSpPr>
          <p:cNvPr id="26" name="Espace réservé du texte 25">
            <a:extLst xmlns:a="http://schemas.openxmlformats.org/drawingml/2006/main">
              <a:ext uri="{FF2B5EF4-FFF2-40B4-BE49-F238E27FC236}">
                <a16:creationId xmlns:a16="http://schemas.microsoft.com/office/drawing/2014/main" id="{79EFECDB-C313-469F-005F-026F478543C3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Suivre qualité, délai, traçabilité et adoption.</a:t>
            </a:r>
          </a:p>
        </p:txBody>
      </p:sp>
      <p:sp>
        <p:nvSpPr>
          <p:cNvPr id="27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C065C5BD-B9D5-1678-8F54-3537245B3E0B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</a:t>
            </a:r>
          </a:p>
        </p:txBody>
      </p:sp>
      <p:sp>
        <p:nvSpPr>
          <p:cNvPr id="28" name="Espace réservé du texte 27">
            <a:extLst xmlns:a="http://schemas.openxmlformats.org/drawingml/2006/main">
              <a:ext uri="{FF2B5EF4-FFF2-40B4-BE49-F238E27FC236}">
                <a16:creationId xmlns:a16="http://schemas.microsoft.com/office/drawing/2014/main" id="{49BE5645-8134-F0B8-FD05-DA66F83D1A3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Pilote</a:t>
            </a:r>
          </a:p>
        </p:txBody>
      </p:sp>
      <p:sp>
        <p:nvSpPr>
          <p:cNvPr id="29" name="Espace réservé du texte 28">
            <a:extLst xmlns:a="http://schemas.openxmlformats.org/drawingml/2006/main">
              <a:ext uri="{FF2B5EF4-FFF2-40B4-BE49-F238E27FC236}">
                <a16:creationId xmlns:a16="http://schemas.microsoft.com/office/drawing/2014/main" id="{8457A52B-A37A-0388-AFBD-B4D5FF3B544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Choisir un projet représentatif avec données réelles.</a:t>
            </a:r>
          </a:p>
        </p:txBody>
      </p:sp>
      <p:sp>
        <p:nvSpPr>
          <p:cNvPr id="30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13C0C71E-3F68-B435-0995-2103FA45FCFC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</a:t>
            </a:r>
          </a:p>
        </p:txBody>
      </p:sp>
      <p:sp>
        <p:nvSpPr>
          <p:cNvPr id="31" name="Espace réservé du texte 30">
            <a:extLst xmlns:a="http://schemas.openxmlformats.org/drawingml/2006/main">
              <a:ext uri="{FF2B5EF4-FFF2-40B4-BE49-F238E27FC236}">
                <a16:creationId xmlns:a16="http://schemas.microsoft.com/office/drawing/2014/main" id="{93EAB563-C487-69D2-5496-C34B0FE5EC58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Décision</a:t>
            </a:r>
          </a:p>
        </p:txBody>
      </p:sp>
      <p:sp>
        <p:nvSpPr>
          <p:cNvPr id="32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0F1D0787-9E9A-4B39-98C7-978E2639D40D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Valider le socle Creo VCS et le plan d'industrialisation.</a:t>
            </a:r>
          </a:p>
        </p:txBody>
      </p:sp>
      <p:sp>
        <p:nvSpPr>
          <p:cNvPr id="33" name="Espace réservé du texte 32">
            <a:extLst xmlns:a="http://schemas.openxmlformats.org/drawingml/2006/main">
              <a:ext uri="{FF2B5EF4-FFF2-40B4-BE49-F238E27FC236}">
                <a16:creationId xmlns:a16="http://schemas.microsoft.com/office/drawing/2014/main" id="{39AEDEC4-4774-13D8-7A0E-1F14EA1B9943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507E51B-56DA-4D10-A468-D50E7125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CA3873E-8883-41D7-8559-54C66F8A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10</a:t>
            </a:r>
          </a:p>
        </p:txBody>
      </p:sp>
    </p:spTree>
    <p:extLst>
      <p:ext uri="{BB962C8B-B14F-4D97-AF65-F5344CB8AC3E}">
        <p14:creationId xmlns:p14="http://schemas.microsoft.com/office/powerpoint/2010/main" val="34407521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549A5B07-901B-2AAB-6B6D-33B0CD65F69E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Consulter la BOM</a:t>
            </a:r>
          </a:p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A51F9A96-CC11-0BCC-6E00-C53E8084546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Identifier la pièce, l'assemblage ou le dessin.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E2545E99-F9A4-47C5-AD3E-95E26820FB17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2.</a:t>
            </a:r>
          </a:p>
        </p:txBody>
      </p:sp>
      <p:sp>
        <p:nvSpPr>
          <p:cNvPr id="11" name="Espace réservé du texte 10">
            <a:extLst xmlns:a="http://schemas.openxmlformats.org/drawingml/2006/main">
              <a:ext uri="{FF2B5EF4-FFF2-40B4-BE49-F238E27FC236}">
                <a16:creationId xmlns:a16="http://schemas.microsoft.com/office/drawing/2014/main" id="{DBBBFFED-D01D-5F4A-E1C2-8E7378F8AFB6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Choisir le projet</a:t>
            </a:r>
          </a:p>
        </p:txBody>
      </p:sp>
      <p:sp>
        <p:nvSpPr>
          <p:cNvPr id="12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186DEB7F-CF1F-F82A-1BE5-10EDA3AF6454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Sélectionner le projet et la version de travail.</a:t>
            </a:r>
          </a:p>
        </p:txBody>
      </p:sp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2B29B70B-8CC9-E7A6-0706-E4BA29A600FA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</a:t>
            </a:r>
          </a:p>
        </p:txBody>
      </p:sp>
      <p:sp>
        <p:nvSpPr>
          <p:cNvPr id="14" name="Espace réservé du texte 13">
            <a:extLst xmlns:a="http://schemas.openxmlformats.org/drawingml/2006/main">
              <a:ext uri="{FF2B5EF4-FFF2-40B4-BE49-F238E27FC236}">
                <a16:creationId xmlns:a16="http://schemas.microsoft.com/office/drawing/2014/main" id="{B71AB1CA-54B4-2F89-EC28-87BCFDE64F53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Créer l'issue</a:t>
            </a:r>
          </a:p>
        </p:txBody>
      </p:sp>
      <p:sp>
        <p:nvSpPr>
          <p:cNvPr id="15" name="Espace réservé du texte 14">
            <a:extLst xmlns:a="http://schemas.openxmlformats.org/drawingml/2006/main">
              <a:ext uri="{FF2B5EF4-FFF2-40B4-BE49-F238E27FC236}">
                <a16:creationId xmlns:a16="http://schemas.microsoft.com/office/drawing/2014/main" id="{76FF7FA7-4FF3-97DE-3880-AC132090FCEA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Décrire le problème, l'assignation et le statut.</a:t>
            </a:r>
          </a:p>
        </p:txBody>
      </p:sp>
      <p:sp>
        <p:nvSpPr>
          <p:cNvPr id="16" name="Espace réservé du texte 15">
            <a:extLst xmlns:a="http://schemas.openxmlformats.org/drawingml/2006/main">
              <a:ext uri="{FF2B5EF4-FFF2-40B4-BE49-F238E27FC236}">
                <a16:creationId xmlns:a16="http://schemas.microsoft.com/office/drawing/2014/main" id="{974BD51E-62D3-CF67-53BE-25D5253FC052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3.</a:t>
            </a:r>
          </a:p>
        </p:txBody>
      </p:sp>
      <p:sp>
        <p:nvSpPr>
          <p:cNvPr id="17" name="Espace réservé du texte 16">
            <a:extLst xmlns:a="http://schemas.openxmlformats.org/drawingml/2006/main">
              <a:ext uri="{FF2B5EF4-FFF2-40B4-BE49-F238E27FC236}">
                <a16:creationId xmlns:a16="http://schemas.microsoft.com/office/drawing/2014/main" id="{5A49C412-14CB-090D-2381-2B1A34A41A3E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Commit &amp; valider</a:t>
            </a:r>
          </a:p>
        </p:txBody>
      </p:sp>
      <p:sp>
        <p:nvSpPr>
          <p:cNvPr id="26" name="Espace réservé du texte 25">
            <a:extLst xmlns:a="http://schemas.openxmlformats.org/drawingml/2006/main">
              <a:ext uri="{FF2B5EF4-FFF2-40B4-BE49-F238E27FC236}">
                <a16:creationId xmlns:a16="http://schemas.microsoft.com/office/drawing/2014/main" id="{79EFECDB-C313-469F-005F-026F478543C3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Créer un commit groupé et suivre la validation.</a:t>
            </a:r>
          </a:p>
        </p:txBody>
      </p:sp>
      <p:sp>
        <p:nvSpPr>
          <p:cNvPr id="27" name="Espace réservé du texte 26">
            <a:extLst xmlns:a="http://schemas.openxmlformats.org/drawingml/2006/main">
              <a:ext uri="{FF2B5EF4-FFF2-40B4-BE49-F238E27FC236}">
                <a16:creationId xmlns:a16="http://schemas.microsoft.com/office/drawing/2014/main" id="{C065C5BD-B9D5-1678-8F54-3537245B3E0B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5.</a:t>
            </a:r>
          </a:p>
        </p:txBody>
      </p:sp>
      <p:sp>
        <p:nvSpPr>
          <p:cNvPr id="28" name="Espace réservé du texte 27">
            <a:extLst xmlns:a="http://schemas.openxmlformats.org/drawingml/2006/main">
              <a:ext uri="{FF2B5EF4-FFF2-40B4-BE49-F238E27FC236}">
                <a16:creationId xmlns:a16="http://schemas.microsoft.com/office/drawing/2014/main" id="{49BE5645-8134-F0B8-FD05-DA66F83D1A3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Lier les fichiers</a:t>
            </a:r>
          </a:p>
        </p:txBody>
      </p:sp>
      <p:sp>
        <p:nvSpPr>
          <p:cNvPr id="29" name="Espace réservé du texte 28">
            <a:extLst xmlns:a="http://schemas.openxmlformats.org/drawingml/2006/main">
              <a:ext uri="{FF2B5EF4-FFF2-40B4-BE49-F238E27FC236}">
                <a16:creationId xmlns:a16="http://schemas.microsoft.com/office/drawing/2014/main" id="{8457A52B-A37A-0388-AFBD-B4D5FF3B544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Relier Creo, PDF, STEP, rapports ou captures.</a:t>
            </a:r>
          </a:p>
        </p:txBody>
      </p:sp>
      <p:sp>
        <p:nvSpPr>
          <p:cNvPr id="30" name="Espace réservé du texte 29">
            <a:extLst xmlns:a="http://schemas.openxmlformats.org/drawingml/2006/main">
              <a:ext uri="{FF2B5EF4-FFF2-40B4-BE49-F238E27FC236}">
                <a16:creationId xmlns:a16="http://schemas.microsoft.com/office/drawing/2014/main" id="{13C0C71E-3F68-B435-0995-2103FA45FCFC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4.</a:t>
            </a:r>
          </a:p>
        </p:txBody>
      </p:sp>
      <p:sp>
        <p:nvSpPr>
          <p:cNvPr id="31" name="Espace réservé du texte 30">
            <a:extLst xmlns:a="http://schemas.openxmlformats.org/drawingml/2006/main">
              <a:ext uri="{FF2B5EF4-FFF2-40B4-BE49-F238E27FC236}">
                <a16:creationId xmlns:a16="http://schemas.microsoft.com/office/drawing/2014/main" id="{93EAB563-C487-69D2-5496-C34B0FE5EC58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Exporter le dossier</a:t>
            </a:r>
          </a:p>
        </p:txBody>
      </p:sp>
      <p:sp>
        <p:nvSpPr>
          <p:cNvPr id="32" name="Espace réservé du texte 31">
            <a:extLst xmlns:a="http://schemas.openxmlformats.org/drawingml/2006/main">
              <a:ext uri="{FF2B5EF4-FFF2-40B4-BE49-F238E27FC236}">
                <a16:creationId xmlns:a16="http://schemas.microsoft.com/office/drawing/2014/main" id="{0F1D0787-9E9A-4B39-98C7-978E2639D40D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Produire le package de preuve pour revue ou audit.</a:t>
            </a:r>
          </a:p>
        </p:txBody>
      </p:sp>
      <p:sp>
        <p:nvSpPr>
          <p:cNvPr id="33" name="Espace réservé du texte 32">
            <a:extLst xmlns:a="http://schemas.openxmlformats.org/drawingml/2006/main">
              <a:ext uri="{FF2B5EF4-FFF2-40B4-BE49-F238E27FC236}">
                <a16:creationId xmlns:a16="http://schemas.microsoft.com/office/drawing/2014/main" id="{39AEDEC4-4774-13D8-7A0E-1F14EA1B9943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6.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53C130-6DD0-4C6D-8E92-1DAF2CF2C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5C9EF59-825D-41C3-B264-6C620CEA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06</a:t>
            </a:r>
          </a:p>
        </p:txBody>
      </p:sp>
    </p:spTree>
    <p:extLst>
      <p:ext uri="{BB962C8B-B14F-4D97-AF65-F5344CB8AC3E}">
        <p14:creationId xmlns:p14="http://schemas.microsoft.com/office/powerpoint/2010/main" val="3440752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space réservé du texte 3">
            <a:extLst xmlns:a="http://schemas.openxmlformats.org/drawingml/2006/main">
              <a:ext uri="{FF2B5EF4-FFF2-40B4-BE49-F238E27FC236}">
                <a16:creationId xmlns:a16="http://schemas.microsoft.com/office/drawing/2014/main" id="{409B5EB9-F785-5983-2B2A-1E413899EF90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Chaîne de traçabilité</a:t>
            </a:r>
          </a:p>
        </p:txBody>
      </p:sp>
      <p:sp>
        <p:nvSpPr>
          <p:cNvPr id="5" name="Espace réservé du texte 4">
            <a:extLst xmlns:a="http://schemas.openxmlformats.org/drawingml/2006/main">
              <a:ext uri="{FF2B5EF4-FFF2-40B4-BE49-F238E27FC236}">
                <a16:creationId xmlns:a16="http://schemas.microsoft.com/office/drawing/2014/main" id="{F95CC39E-A1D5-0F5C-E189-D04105B32607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Chaque information devient reliée: demande, décision, fichier natif, commit, export et preuve.</a:t>
            </a:r>
          </a:p>
        </p:txBody>
      </p:sp>
      <p:sp>
        <p:nvSpPr>
          <p:cNvPr id="6" name="Espace réservé du texte 5">
            <a:extLst xmlns:a="http://schemas.openxmlformats.org/drawingml/2006/main">
              <a:ext uri="{FF2B5EF4-FFF2-40B4-BE49-F238E27FC236}">
                <a16:creationId xmlns:a16="http://schemas.microsoft.com/office/drawing/2014/main" id="{AFCC5D94-B574-21F9-92D4-BB61DF1FCCED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</a:t>
            </a:r>
          </a:p>
        </p:txBody>
      </p:sp>
      <p:sp>
        <p:nvSpPr>
          <p:cNvPr id="11" name="Espace réservé du texte 10">
            <a:extLst xmlns:a="http://schemas.openxmlformats.org/drawingml/2006/main">
              <a:ext uri="{FF2B5EF4-FFF2-40B4-BE49-F238E27FC236}">
                <a16:creationId xmlns:a16="http://schemas.microsoft.com/office/drawing/2014/main" id="{498C1449-3A9A-5281-EAEA-13244C073C4B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Jira / Issue interne</a:t>
            </a:r>
          </a:p>
          <a:p xmlns:a="http://schemas.openxmlformats.org/drawingml/2006/main">
            <a:r>
              <a:t>Le ticket externe reste optionnel; l'issue interne reste la source locale.</a:t>
            </a:r>
          </a:p>
        </p:txBody>
      </p:sp>
      <p:sp>
        <p:nvSpPr>
          <p:cNvPr id="12" name="Espace réservé du texte 11">
            <a:extLst xmlns:a="http://schemas.openxmlformats.org/drawingml/2006/main">
              <a:ext uri="{FF2B5EF4-FFF2-40B4-BE49-F238E27FC236}">
                <a16:creationId xmlns:a16="http://schemas.microsoft.com/office/drawing/2014/main" id="{D8B468CD-AAB4-717C-4CB9-F4326C9F133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</a:t>
            </a:r>
          </a:p>
        </p:txBody>
      </p:sp>
      <p:sp>
        <p:nvSpPr>
          <p:cNvPr id="13" name="Espace réservé du texte 12">
            <a:extLst xmlns:a="http://schemas.openxmlformats.org/drawingml/2006/main">
              <a:ext uri="{FF2B5EF4-FFF2-40B4-BE49-F238E27FC236}">
                <a16:creationId xmlns:a16="http://schemas.microsoft.com/office/drawing/2014/main" id="{B78437B0-160C-28CB-41E5-6CBF2B666B5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Fichiers Creo</a:t>
            </a:r>
          </a:p>
          <a:p xmlns:a="http://schemas.openxmlformats.org/drawingml/2006/main">
            <a:r>
              <a:t>Pièces, assemblages et dessins concernés par le problème.</a:t>
            </a:r>
          </a:p>
        </p:txBody>
      </p:sp>
      <p:sp>
        <p:nvSpPr>
          <p:cNvPr id="14" name="Espace réservé du texte 13">
            <a:extLst xmlns:a="http://schemas.openxmlformats.org/drawingml/2006/main">
              <a:ext uri="{FF2B5EF4-FFF2-40B4-BE49-F238E27FC236}">
                <a16:creationId xmlns:a16="http://schemas.microsoft.com/office/drawing/2014/main" id="{E93F4F9D-50BE-C92E-B079-183173677C9A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</a:t>
            </a:r>
          </a:p>
        </p:txBody>
      </p:sp>
      <p:sp>
        <p:nvSpPr>
          <p:cNvPr id="15" name="Espace réservé du texte 14">
            <a:extLst xmlns:a="http://schemas.openxmlformats.org/drawingml/2006/main">
              <a:ext uri="{FF2B5EF4-FFF2-40B4-BE49-F238E27FC236}">
                <a16:creationId xmlns:a16="http://schemas.microsoft.com/office/drawing/2014/main" id="{C1CF195D-3AD8-D0FC-CA9A-DE80CB4F5819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Commit</a:t>
            </a:r>
          </a:p>
          <a:p xmlns:a="http://schemas.openxmlformats.org/drawingml/2006/main">
            <a:r>
              <a:t>Correction, validation, auteur, date et fichiers changés.</a:t>
            </a:r>
          </a:p>
        </p:txBody>
      </p:sp>
      <p:sp>
        <p:nvSpPr>
          <p:cNvPr id="16" name="Espace réservé du texte 15">
            <a:extLst xmlns:a="http://schemas.openxmlformats.org/drawingml/2006/main">
              <a:ext uri="{FF2B5EF4-FFF2-40B4-BE49-F238E27FC236}">
                <a16:creationId xmlns:a16="http://schemas.microsoft.com/office/drawing/2014/main" id="{8E17E615-77E5-6619-390C-C8D3066ABB15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</a:t>
            </a:r>
          </a:p>
        </p:txBody>
      </p:sp>
      <p:sp>
        <p:nvSpPr>
          <p:cNvPr id="17" name="Espace réservé du texte 16">
            <a:extLst xmlns:a="http://schemas.openxmlformats.org/drawingml/2006/main">
              <a:ext uri="{FF2B5EF4-FFF2-40B4-BE49-F238E27FC236}">
                <a16:creationId xmlns:a16="http://schemas.microsoft.com/office/drawing/2014/main" id="{4960B559-7E36-DF83-E76D-198DE5106CC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Exports</a:t>
            </a:r>
          </a:p>
          <a:p xmlns:a="http://schemas.openxmlformats.org/drawingml/2006/main">
            <a:r>
              <a:t>PDF, STEP, rapports et captures liés comme preuves d'ingénierie.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B2EE6F-19F6-4CA5-AD6A-C1A68496E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932F34-3A3F-4BEB-89F9-2FC12F044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05</a:t>
            </a:r>
          </a:p>
        </p:txBody>
      </p:sp>
    </p:spTree>
    <p:extLst>
      <p:ext uri="{BB962C8B-B14F-4D97-AF65-F5344CB8AC3E}">
        <p14:creationId xmlns:p14="http://schemas.microsoft.com/office/powerpoint/2010/main" val="26115534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space réservé du texte 1">
            <a:extLst xmlns:a="http://schemas.openxmlformats.org/drawingml/2006/main">
              <a:ext uri="{FF2B5EF4-FFF2-40B4-BE49-F238E27FC236}">
                <a16:creationId xmlns:a16="http://schemas.microsoft.com/office/drawing/2014/main" id="{F446BB15-0350-3C35-8594-6A1CD56FA36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 que fait Creo VCS</a:t>
            </a:r>
          </a:p>
        </p:txBody>
      </p:sp>
      <p:sp>
        <p:nvSpPr>
          <p:cNvPr id="3" name="Espace réservé du texte 2">
            <a:extLst xmlns:a="http://schemas.openxmlformats.org/drawingml/2006/main">
              <a:ext uri="{FF2B5EF4-FFF2-40B4-BE49-F238E27FC236}">
                <a16:creationId xmlns:a16="http://schemas.microsoft.com/office/drawing/2014/main" id="{55CF5A9B-D7CF-882D-282C-9A8BC5904CAB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Une couche de gestion au-dessus du travail Creo: elle structure les fichiers, les versions, les issues, les validations et les preuves.</a:t>
            </a:r>
          </a:p>
        </p:txBody>
      </p:sp>
      <p:pic>
        <p:nvPicPr>
          <p:cNvPr id="33" name="Espace réservé pour une image  26"/>
          <p:cNvPicPr>
            <a:picLocks xmlns:a="http://schemas.openxmlformats.org/drawingml/2006/main" noChangeAspect="1"/>
          </p:cNvPicPr>
          <p:nvPr>
            <p:ph type="pic" idx="16"/>
          </p:nvPr>
        </p:nvPicPr>
        <p:blipFill>
          <a:blip xmlns:r="http://schemas.openxmlformats.org/officeDocument/2006/relationships" xmlns:a="http://schemas.openxmlformats.org/drawingml/2006/main" r:embed="Rbcc5f775f2c04e61"/>
          <a:srcRect xmlns:a="http://schemas.openxmlformats.org/drawingml/2006/main" l="19089" t="0" r="19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" cy="914400"/>
          </a:xfrm>
        </p:spPr>
      </p:pic>
      <p:pic>
        <p:nvPicPr>
          <p:cNvPr id="34" name="Espace réservé pour une image  28"/>
          <p:cNvPicPr>
            <a:picLocks xmlns:a="http://schemas.openxmlformats.org/drawingml/2006/main" noChangeAspect="1"/>
          </p:cNvPicPr>
          <p:nvPr>
            <p:ph type="pic" idx="17"/>
          </p:nvPr>
        </p:nvPicPr>
        <p:blipFill>
          <a:blip xmlns:r="http://schemas.openxmlformats.org/officeDocument/2006/relationships" xmlns:a="http://schemas.openxmlformats.org/drawingml/2006/main" r:embed="Rbcc5f775f2c04e61"/>
          <a:srcRect xmlns:a="http://schemas.openxmlformats.org/drawingml/2006/main" l="19089" t="0" r="19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" cy="914400"/>
          </a:xfrm>
        </p:spPr>
      </p:pic>
      <p:pic>
        <p:nvPicPr>
          <p:cNvPr id="35" name="Espace réservé pour une image  30"/>
          <p:cNvPicPr>
            <a:picLocks xmlns:a="http://schemas.openxmlformats.org/drawingml/2006/main" noChangeAspect="1"/>
          </p:cNvPicPr>
          <p:nvPr>
            <p:ph type="pic" idx="18"/>
          </p:nvPr>
        </p:nvPicPr>
        <p:blipFill>
          <a:blip xmlns:r="http://schemas.openxmlformats.org/officeDocument/2006/relationships" xmlns:a="http://schemas.openxmlformats.org/drawingml/2006/main" r:embed="Rbcc5f775f2c04e61"/>
          <a:srcRect xmlns:a="http://schemas.openxmlformats.org/drawingml/2006/main" l="19089" t="0" r="190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" cy="914400"/>
          </a:xfrm>
        </p:spPr>
      </p:pic>
      <p:sp>
        <p:nvSpPr>
          <p:cNvPr id="18" name="Espace réservé du texte 17">
            <a:extLst xmlns:a="http://schemas.openxmlformats.org/drawingml/2006/main">
              <a:ext uri="{FF2B5EF4-FFF2-40B4-BE49-F238E27FC236}">
                <a16:creationId xmlns:a16="http://schemas.microsoft.com/office/drawing/2014/main" id="{5CA803EC-DACE-23A9-58E3-0D317857C2C2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BOM &amp; fichiers</a:t>
            </a:r>
          </a:p>
        </p:txBody>
      </p:sp>
      <p:sp>
        <p:nvSpPr>
          <p:cNvPr id="19" name="Espace réservé du texte 18">
            <a:extLst xmlns:a="http://schemas.openxmlformats.org/drawingml/2006/main">
              <a:ext uri="{FF2B5EF4-FFF2-40B4-BE49-F238E27FC236}">
                <a16:creationId xmlns:a16="http://schemas.microsoft.com/office/drawing/2014/main" id="{BA34F7BD-BCEA-7000-8CFA-6D3E1A34EE9D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Structure produit, pièces, assemblages, dessins et fichiers associés.</a:t>
            </a:r>
          </a:p>
        </p:txBody>
      </p:sp>
      <p:sp>
        <p:nvSpPr>
          <p:cNvPr id="20" name="Espace réservé du texte 19">
            <a:extLst xmlns:a="http://schemas.openxmlformats.org/drawingml/2006/main">
              <a:ext uri="{FF2B5EF4-FFF2-40B4-BE49-F238E27FC236}">
                <a16:creationId xmlns:a16="http://schemas.microsoft.com/office/drawing/2014/main" id="{58776962-A152-B9A7-842A-5499F6A23434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Commit</a:t>
            </a:r>
          </a:p>
        </p:txBody>
      </p:sp>
      <p:sp>
        <p:nvSpPr>
          <p:cNvPr id="21" name="Espace réservé du texte 20">
            <a:extLst xmlns:a="http://schemas.openxmlformats.org/drawingml/2006/main">
              <a:ext uri="{FF2B5EF4-FFF2-40B4-BE49-F238E27FC236}">
                <a16:creationId xmlns:a16="http://schemas.microsoft.com/office/drawing/2014/main" id="{69E70EAC-7E48-C1A7-1AA5-7CA66176227A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Versions groupées, validation, push, restauration et historique.</a:t>
            </a:r>
          </a:p>
        </p:txBody>
      </p:sp>
      <p:sp>
        <p:nvSpPr>
          <p:cNvPr id="22" name="Espace réservé du texte 21">
            <a:extLst xmlns:a="http://schemas.openxmlformats.org/drawingml/2006/main">
              <a:ext uri="{FF2B5EF4-FFF2-40B4-BE49-F238E27FC236}">
                <a16:creationId xmlns:a16="http://schemas.microsoft.com/office/drawing/2014/main" id="{429D0DB0-EB18-6937-89F4-6E98C4496DEB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Issues</a:t>
            </a:r>
          </a:p>
        </p:txBody>
      </p:sp>
      <p:sp>
        <p:nvSpPr>
          <p:cNvPr id="23" name="Espace réservé du texte 22">
            <a:extLst xmlns:a="http://schemas.openxmlformats.org/drawingml/2006/main">
              <a:ext uri="{FF2B5EF4-FFF2-40B4-BE49-F238E27FC236}">
                <a16:creationId xmlns:a16="http://schemas.microsoft.com/office/drawing/2014/main" id="{93BCB69B-7B6F-DACA-D059-3A7D250E5798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Problèmes, responsables, statut, liens Jira et timeline.</a:t>
            </a:r>
          </a:p>
        </p:txBody>
      </p:sp>
      <p:sp>
        <p:nvSpPr>
          <p:cNvPr id="24" name="Espace réservé du texte 23">
            <a:extLst xmlns:a="http://schemas.openxmlformats.org/drawingml/2006/main">
              <a:ext uri="{FF2B5EF4-FFF2-40B4-BE49-F238E27FC236}">
                <a16:creationId xmlns:a16="http://schemas.microsoft.com/office/drawing/2014/main" id="{28741F8B-B390-D6E6-ADD5-E76DB42D910D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Export</a:t>
            </a:r>
          </a:p>
        </p:txBody>
      </p:sp>
      <p:sp>
        <p:nvSpPr>
          <p:cNvPr id="25" name="Espace réservé du texte 24">
            <a:extLst xmlns:a="http://schemas.openxmlformats.org/drawingml/2006/main">
              <a:ext uri="{FF2B5EF4-FFF2-40B4-BE49-F238E27FC236}">
                <a16:creationId xmlns:a16="http://schemas.microsoft.com/office/drawing/2014/main" id="{58F047F4-D695-32D9-78EE-42A9F1A8504D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Package complet: Excel, pièces jointes, PDF, STEP et preuves.</a:t>
            </a:r>
          </a:p>
        </p:txBody>
      </p:sp>
      <p:sp>
        <p:nvSpPr>
          <p:cNvPr id="5" name="Espace réservé pour une image  4">
            <a:extLst xmlns:a="http://schemas.openxmlformats.org/drawingml/2006/main">
              <a:ext uri="{FF2B5EF4-FFF2-40B4-BE49-F238E27FC236}">
                <a16:creationId xmlns:a16="http://schemas.microsoft.com/office/drawing/2014/main" id="{617ED27D-C7F8-53B0-38C0-A47E7400EFE6}"/>
              </a:ext>
            </a:extLst>
          </p:cNvPr>
          <p:cNvSpPr>
            <a:spLocks xmlns:a="http://schemas.openxmlformats.org/drawingml/2006/main" noGrp="1"/>
          </p:cNvSpPr>
          <p:nvPr>
            <p:ph type="pic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27DA6-846F-4E83-B994-FC14348C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572625"/>
            <a:ext cx="3429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3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999737E-5C85-4F5F-9381-6C0287A6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63930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3F3F3F"/>
                </a:solidFill>
              </a:defRPr>
            </a:pPr>
            <a:r>
              <a:rPr sz="975" b="0">
                <a:solidFill>
                  <a:srgbClr val="3F3F3F"/>
                </a:solidFill>
              </a:rPr>
              <a:t>2026   |   CREO VCS   |   04</a:t>
            </a:r>
          </a:p>
        </p:txBody>
      </p:sp>
    </p:spTree>
    <p:extLst>
      <p:ext uri="{BB962C8B-B14F-4D97-AF65-F5344CB8AC3E}">
        <p14:creationId xmlns:p14="http://schemas.microsoft.com/office/powerpoint/2010/main" val="835339114"/>
      </p:ext>
    </p:extLst>
  </p:cSld>
</p:sld>
</file>

<file path=ppt/theme/theme1.xml><?xml version="1.0" encoding="utf-8"?>
<a:theme xmlns:a="http://schemas.openxmlformats.org/drawingml/2006/main" name="CORPORATE LAYOUT">
  <a:themeElements>
    <a:clrScheme name="ACTIA">
      <a:dk1>
        <a:srgbClr val="000000"/>
      </a:dk1>
      <a:lt1>
        <a:srgbClr val="FFFFFF"/>
      </a:lt1>
      <a:dk2>
        <a:srgbClr val="546472"/>
      </a:dk2>
      <a:lt2>
        <a:srgbClr val="EDF4F5"/>
      </a:lt2>
      <a:accent1>
        <a:srgbClr val="00AE4E"/>
      </a:accent1>
      <a:accent2>
        <a:srgbClr val="65BC47"/>
      </a:accent2>
      <a:accent3>
        <a:srgbClr val="BDD248"/>
      </a:accent3>
      <a:accent4>
        <a:srgbClr val="AFB3B9"/>
      </a:accent4>
      <a:accent5>
        <a:srgbClr val="2BC3EA"/>
      </a:accent5>
      <a:accent6>
        <a:srgbClr val="F79027"/>
      </a:accent6>
      <a:hlink>
        <a:srgbClr val="65BC47"/>
      </a:hlink>
      <a:folHlink>
        <a:srgbClr val="5464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CTI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2026-06-28T14:41:30.6780000Z</dcterms:created>
  <dcterms:modified xsi:type="dcterms:W3CDTF">2026-06-28T14:41:30.6780000Z</dcterms:modified>
</coreProperties>
</file>