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330" r:id="rId5"/>
    <p:sldId id="674" r:id="rId6"/>
    <p:sldId id="676" r:id="rId7"/>
    <p:sldId id="677" r:id="rId8"/>
    <p:sldId id="678" r:id="rId9"/>
    <p:sldId id="679" r:id="rId10"/>
    <p:sldId id="680" r:id="rId11"/>
    <p:sldId id="681" r:id="rId12"/>
    <p:sldId id="682" r:id="rId13"/>
    <p:sldId id="683" r:id="rId14"/>
    <p:sldId id="686" r:id="rId15"/>
    <p:sldId id="684" r:id="rId16"/>
    <p:sldId id="685" r:id="rId17"/>
    <p:sldId id="687" r:id="rId18"/>
    <p:sldId id="688" r:id="rId19"/>
    <p:sldId id="689" r:id="rId20"/>
    <p:sldId id="691" r:id="rId21"/>
    <p:sldId id="692" r:id="rId22"/>
    <p:sldId id="693" r:id="rId23"/>
    <p:sldId id="694" r:id="rId24"/>
    <p:sldId id="695" r:id="rId25"/>
    <p:sldId id="696" r:id="rId26"/>
    <p:sldId id="675" r:id="rId27"/>
    <p:sldId id="647" r:id="rId28"/>
  </p:sldIdLst>
  <p:sldSz cx="18288000" cy="10288588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72" userDrawn="1">
          <p15:clr>
            <a:srgbClr val="A4A3A4"/>
          </p15:clr>
        </p15:guide>
        <p15:guide id="2" pos="9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8C41968-9ED1-E6D4-521B-0F8034EBA451}" name="Helene DENOEL" initials="HD" userId="S::helene.denoel@actia.fr::14c1118b-9d5d-4521-9c76-bb80d46e3ab2" providerId="AD"/>
  <p188:author id="{80F7956E-425C-DEF9-B9E6-9EE4B7B36B70}" name="Franck CHOPIS" initials="FC" userId="S::franck.chopis@actia.fr::9fc70d71-fb42-445b-a6ba-bf5715212dc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4E"/>
    <a:srgbClr val="FF3B3B"/>
    <a:srgbClr val="FF0000"/>
    <a:srgbClr val="000000"/>
    <a:srgbClr val="F79027"/>
    <a:srgbClr val="95CC62"/>
    <a:srgbClr val="404040"/>
    <a:srgbClr val="BDD248"/>
    <a:srgbClr val="D9D9D9"/>
    <a:srgbClr val="A0C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83" autoAdjust="0"/>
  </p:normalViewPr>
  <p:slideViewPr>
    <p:cSldViewPr snapToGrid="0">
      <p:cViewPr varScale="1">
        <p:scale>
          <a:sx n="66" d="100"/>
          <a:sy n="66" d="100"/>
        </p:scale>
        <p:origin x="972" y="90"/>
      </p:cViewPr>
      <p:guideLst>
        <p:guide orient="horz" pos="5372"/>
        <p:guide pos="9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39900-99E6-44E3-BDE5-953722B371D4}" type="datetimeFigureOut">
              <a:rPr lang="ru-RU" smtClean="0"/>
              <a:t>11.07.2026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11F3D-688C-441E-A040-C4529FFCEAEE}" type="slidenum">
              <a:rPr lang="ru-RU" smtClean="0"/>
              <a:t>‹N°›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5029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2FC01-303A-4CCF-B2E2-70326DD83554}" type="datetimeFigureOut">
              <a:rPr lang="ru-RU" smtClean="0"/>
              <a:t>11.07.2026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8AE1D-7471-4465-8690-2563671710D2}" type="slidenum">
              <a:rPr lang="ru-RU" smtClean="0"/>
              <a:t>‹N°›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18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497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FCE7-959E-E9EA-C0E2-2726096AE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98309F9-02CE-C086-33AE-25D986691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D2628C0-6584-2AF9-F286-B25832673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989006-01A8-75E9-936F-5638EDDA9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5154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0C20-D121-3DD2-6B24-1F9837E1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B30EE31-9447-1EAA-D42F-96E9E55E2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8E0C7E8-84F6-869C-55B3-EA7B676A5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5E9B20-C989-4798-AA1E-067B73895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632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7761-7D14-61BA-0B83-F693820C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A5850B-F892-0C5A-824F-DDBAF6D16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5C8E936-44A0-A470-22A0-31758F173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A6F4CE-366C-3B5D-785D-3730945F8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7690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AE17-490F-E186-994E-DDD1E18B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92D5FF-F44C-CB43-F6D3-0238F4CAB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08FA87-F7D8-C69E-8169-0B82EA787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C32C55-89B0-24B3-D767-1DAE1E32E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674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4009-4814-CD58-D94B-5EB56095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880EBA9-5300-4F1A-FB09-69BB4AFF9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CFE8E8D-8483-3DCE-3A45-E05824526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D86B6D-999F-0733-5BA0-7CA5FE31E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0537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97008-670C-F1BB-8CD6-13B871FC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7E9DB6-9048-E38A-79E7-4BE039B1F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CEF16A6-C08E-762F-DC5C-4905B051D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1A751D-FB5B-7D2F-AA62-01E93F71E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2981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11D4-11F6-8A40-D248-DA38DC3D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35A96D-86CF-C6AD-DB1B-9A315A54E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9E30483-68EA-A4B4-56C3-C927F9A96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D6724B-7994-BA61-A21E-048021358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1764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AAB9-7995-D66C-8D63-1FBD9BCBC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893D96-2705-1C4C-1A89-F98850527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3311B5D-0A44-CCC2-CE67-AD6E1449B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B0886D-35F1-D1E3-3A43-BAE6A9D42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1954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3B22-4ED8-62C8-A3C7-09523822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8303968-F2BB-C1D1-6558-CDA7A8661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89178D1-5DF0-5EFD-72C9-530917A58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D8E662-3582-948D-2707-A1675271D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9692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F264-8FA5-C8FB-9B82-4535F827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8C11A38-AC4D-3A63-D4AD-2836BDBD5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9A6C23F-737A-8F0A-4DBD-6C23396C4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9926C1-6CC1-2318-4DE1-AF23B10EF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40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2D93-7D19-90C0-D8B3-DE514174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483F2B-2858-5A74-DC40-CC0E5D2B6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A3EB2F8-F2D5-E815-5848-AEC4F1A73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AF6020-A69F-BAAC-406B-48ADC7167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6639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4DFAD-E864-DAD2-CDF2-C996C370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DC75E3C-51EC-6BD8-9A4B-6D7EBBEBA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1C00828-CA6C-FE0D-F2A2-44DDF1F54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D2D882-66A4-D304-C9E2-B8E0FE7A4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345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088B6-F9AA-72C6-EB35-26322EE7F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459F92-5C7F-1608-C9EA-94D79647E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FA3158D-89B6-BEBB-ABB7-01C770AD8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A08570-4FB1-7702-3CD6-9CA56E66E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1828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1B89-727B-6699-6EA6-D086D6C1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9A0504E-D113-642A-73E0-C5D9C4B41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B9C63C8-B058-6A34-B555-BB08687B9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D48C70-DFD7-1E00-F09D-59F181F17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6952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6ABF9-F807-9A05-6DF4-D034A91E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1CEF42B-BF59-C10B-733C-F6492B485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F782B49-B845-2B0E-5A04-AB3D397FE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9D2DE1-9B23-7E8E-0AAF-5F95D2059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8569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77906-9966-16BB-CB0A-1ABB83DBE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74F9389-589D-0445-1E46-B45217357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0DDDBC-22BF-5A19-3176-FF038BDCA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3A394B-5712-F035-9D79-DEB0726C9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24219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6100-2E29-7E22-3AB3-6F130DD0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F648EA4-0E3B-0095-8272-4D6A2E09D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13AF18-52F0-8AB1-C36A-4E3C45C1A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E6E36D-D9AA-B0BC-A9ED-90F2640D2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9863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A1FDC-7419-CD36-1E05-B2F2B4B9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3787606-7BB9-E15A-017B-47B4C3AF0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E5AEBE3-5815-2BE5-75FD-BA0E6C437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0B3A80-3054-7CB5-C0D8-8608D3B58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60396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F571C-697A-7A3C-63DE-B9203630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1EC0A1-121B-1536-D105-FE9A51DB1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8639480-70B1-3787-7D38-D3F541350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F6BB2B-B7D8-A04A-E34D-0A8563830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47485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E6445-9CC1-7D03-43D6-DEFC7389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8C8B70C-FBE2-669F-3412-29DBB37D9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2AD47D-27E1-8E2A-28E0-19FEBB62D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576289-0551-3F66-BDD6-12AB9FE7B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2563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6F18-2A68-031B-FEC6-709CE1ED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9507124-6A76-A855-4807-8C68C60E7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50C82B-71F2-A87A-5082-11F29F767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AE6E6A-9D5B-3912-FD66-2483797DA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4612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BF1F-E6AB-1655-12EC-CD154BF1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6F0352-DBE6-F28A-F3E5-33B5FAAF7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ECAF327-8EB0-5846-7CF1-CC378A81C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992D41-9890-9C56-FD07-985B21F7D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8AE1D-7471-4465-8690-2563671710D2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726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002B70-8CF3-FA98-7F6F-87A95B3C6B5E}"/>
              </a:ext>
            </a:extLst>
          </p:cNvPr>
          <p:cNvSpPr/>
          <p:nvPr userDrawn="1"/>
        </p:nvSpPr>
        <p:spPr>
          <a:xfrm>
            <a:off x="14855868" y="9394521"/>
            <a:ext cx="2413594" cy="62630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Рисунок 1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8588"/>
          </a:xfrm>
          <a:custGeom>
            <a:avLst/>
            <a:gdLst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4040188 h 10288588"/>
              <a:gd name="connsiteX3" fmla="*/ 0 w 18288000"/>
              <a:gd name="connsiteY3" fmla="*/ 10288588 h 10288588"/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3182938 h 10288588"/>
              <a:gd name="connsiteX3" fmla="*/ 0 w 18288000"/>
              <a:gd name="connsiteY3" fmla="*/ 10288588 h 10288588"/>
              <a:gd name="connsiteX4" fmla="*/ 0 w 18288000"/>
              <a:gd name="connsiteY4" fmla="*/ 0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8588">
                <a:moveTo>
                  <a:pt x="0" y="0"/>
                </a:moveTo>
                <a:lnTo>
                  <a:pt x="18288000" y="0"/>
                </a:lnTo>
                <a:lnTo>
                  <a:pt x="18288000" y="3182938"/>
                </a:lnTo>
                <a:lnTo>
                  <a:pt x="0" y="10288588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4387FDB-88C2-9676-00C6-F68CB32F0A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60141" y="6080026"/>
            <a:ext cx="3809321" cy="832337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F2460FD-CD85-4716-8909-90276FBBA0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2466" y="7590107"/>
            <a:ext cx="10066995" cy="1105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72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D02D8701-904C-0634-0D6C-8799FA734C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2466" y="8670496"/>
            <a:ext cx="10066995" cy="125291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72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" name="Прямоугольный треугольник 8">
            <a:extLst>
              <a:ext uri="{FF2B5EF4-FFF2-40B4-BE49-F238E27FC236}">
                <a16:creationId xmlns:a16="http://schemas.microsoft.com/office/drawing/2014/main" id="{1E0DB715-133E-85A9-81B4-D1A2442DD5C8}"/>
              </a:ext>
            </a:extLst>
          </p:cNvPr>
          <p:cNvSpPr/>
          <p:nvPr userDrawn="1"/>
        </p:nvSpPr>
        <p:spPr>
          <a:xfrm rot="5400000">
            <a:off x="-46831" y="5191919"/>
            <a:ext cx="5143500" cy="5049838"/>
          </a:xfrm>
          <a:custGeom>
            <a:avLst/>
            <a:gdLst>
              <a:gd name="connsiteX0" fmla="*/ 0 w 5143500"/>
              <a:gd name="connsiteY0" fmla="*/ 4649788 h 4649788"/>
              <a:gd name="connsiteX1" fmla="*/ 0 w 5143500"/>
              <a:gd name="connsiteY1" fmla="*/ 0 h 4649788"/>
              <a:gd name="connsiteX2" fmla="*/ 5143500 w 5143500"/>
              <a:gd name="connsiteY2" fmla="*/ 4649788 h 4649788"/>
              <a:gd name="connsiteX3" fmla="*/ 0 w 5143500"/>
              <a:gd name="connsiteY3" fmla="*/ 4649788 h 4649788"/>
              <a:gd name="connsiteX0" fmla="*/ 0 w 5143500"/>
              <a:gd name="connsiteY0" fmla="*/ 5164138 h 5164138"/>
              <a:gd name="connsiteX1" fmla="*/ 3371850 w 5143500"/>
              <a:gd name="connsiteY1" fmla="*/ 0 h 5164138"/>
              <a:gd name="connsiteX2" fmla="*/ 5143500 w 5143500"/>
              <a:gd name="connsiteY2" fmla="*/ 5164138 h 5164138"/>
              <a:gd name="connsiteX3" fmla="*/ 0 w 5143500"/>
              <a:gd name="connsiteY3" fmla="*/ 5164138 h 5164138"/>
              <a:gd name="connsiteX0" fmla="*/ 0 w 5143500"/>
              <a:gd name="connsiteY0" fmla="*/ 5087938 h 5087938"/>
              <a:gd name="connsiteX1" fmla="*/ 3143250 w 5143500"/>
              <a:gd name="connsiteY1" fmla="*/ 0 h 5087938"/>
              <a:gd name="connsiteX2" fmla="*/ 5143500 w 5143500"/>
              <a:gd name="connsiteY2" fmla="*/ 5087938 h 5087938"/>
              <a:gd name="connsiteX3" fmla="*/ 0 w 5143500"/>
              <a:gd name="connsiteY3" fmla="*/ 5087938 h 5087938"/>
              <a:gd name="connsiteX0" fmla="*/ 0 w 5143500"/>
              <a:gd name="connsiteY0" fmla="*/ 5049838 h 5049838"/>
              <a:gd name="connsiteX1" fmla="*/ 3181350 w 5143500"/>
              <a:gd name="connsiteY1" fmla="*/ 0 h 5049838"/>
              <a:gd name="connsiteX2" fmla="*/ 5143500 w 5143500"/>
              <a:gd name="connsiteY2" fmla="*/ 5049838 h 5049838"/>
              <a:gd name="connsiteX3" fmla="*/ 0 w 5143500"/>
              <a:gd name="connsiteY3" fmla="*/ 5049838 h 504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0" h="5049838">
                <a:moveTo>
                  <a:pt x="0" y="5049838"/>
                </a:moveTo>
                <a:lnTo>
                  <a:pt x="3181350" y="0"/>
                </a:lnTo>
                <a:lnTo>
                  <a:pt x="5143500" y="5049838"/>
                </a:lnTo>
                <a:lnTo>
                  <a:pt x="0" y="5049838"/>
                </a:lnTo>
                <a:close/>
              </a:path>
            </a:pathLst>
          </a:custGeom>
          <a:solidFill>
            <a:srgbClr val="BDD24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8418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3">
            <a:extLst>
              <a:ext uri="{FF2B5EF4-FFF2-40B4-BE49-F238E27FC236}">
                <a16:creationId xmlns:a16="http://schemas.microsoft.com/office/drawing/2014/main" id="{1EF42657-1DAC-3424-C832-3CE0623D7F18}"/>
              </a:ext>
            </a:extLst>
          </p:cNvPr>
          <p:cNvSpPr/>
          <p:nvPr userDrawn="1"/>
        </p:nvSpPr>
        <p:spPr>
          <a:xfrm>
            <a:off x="1439864" y="4203510"/>
            <a:ext cx="3646488" cy="38109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Прямоугольник 10">
            <a:extLst>
              <a:ext uri="{FF2B5EF4-FFF2-40B4-BE49-F238E27FC236}">
                <a16:creationId xmlns:a16="http://schemas.microsoft.com/office/drawing/2014/main" id="{B63C4255-63DC-E8C9-0A36-EE158415AAB1}"/>
              </a:ext>
            </a:extLst>
          </p:cNvPr>
          <p:cNvSpPr/>
          <p:nvPr userDrawn="1"/>
        </p:nvSpPr>
        <p:spPr>
          <a:xfrm>
            <a:off x="13201651" y="4203510"/>
            <a:ext cx="3646488" cy="38109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Прямоугольник 11">
            <a:extLst>
              <a:ext uri="{FF2B5EF4-FFF2-40B4-BE49-F238E27FC236}">
                <a16:creationId xmlns:a16="http://schemas.microsoft.com/office/drawing/2014/main" id="{7AB2624D-35A9-3749-8F41-6340EA713738}"/>
              </a:ext>
            </a:extLst>
          </p:cNvPr>
          <p:cNvSpPr/>
          <p:nvPr userDrawn="1"/>
        </p:nvSpPr>
        <p:spPr>
          <a:xfrm>
            <a:off x="9281056" y="4203510"/>
            <a:ext cx="3646488" cy="38109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Прямоугольник 12">
            <a:extLst>
              <a:ext uri="{FF2B5EF4-FFF2-40B4-BE49-F238E27FC236}">
                <a16:creationId xmlns:a16="http://schemas.microsoft.com/office/drawing/2014/main" id="{802FA0F2-B258-0D32-0666-4B8A79BA405E}"/>
              </a:ext>
            </a:extLst>
          </p:cNvPr>
          <p:cNvSpPr>
            <a:spLocks/>
          </p:cNvSpPr>
          <p:nvPr userDrawn="1"/>
        </p:nvSpPr>
        <p:spPr>
          <a:xfrm>
            <a:off x="5360460" y="4203510"/>
            <a:ext cx="3646488" cy="38109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Прямая соединительная линия 17">
            <a:extLst>
              <a:ext uri="{FF2B5EF4-FFF2-40B4-BE49-F238E27FC236}">
                <a16:creationId xmlns:a16="http://schemas.microsoft.com/office/drawing/2014/main" id="{7D08CC81-C9A4-64FB-7B21-15471E3C4991}"/>
              </a:ext>
            </a:extLst>
          </p:cNvPr>
          <p:cNvCxnSpPr/>
          <p:nvPr userDrawn="1"/>
        </p:nvCxnSpPr>
        <p:spPr>
          <a:xfrm>
            <a:off x="1461267" y="2709386"/>
            <a:ext cx="811085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30">
            <a:extLst>
              <a:ext uri="{FF2B5EF4-FFF2-40B4-BE49-F238E27FC236}">
                <a16:creationId xmlns:a16="http://schemas.microsoft.com/office/drawing/2014/main" id="{AC8B9FB7-C97B-0AF3-C709-55CFCC8E773B}"/>
              </a:ext>
            </a:extLst>
          </p:cNvPr>
          <p:cNvSpPr/>
          <p:nvPr userDrawn="1"/>
        </p:nvSpPr>
        <p:spPr>
          <a:xfrm rot="16200000">
            <a:off x="3185195" y="2300514"/>
            <a:ext cx="155827" cy="3646490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Прямоугольник 31">
            <a:extLst>
              <a:ext uri="{FF2B5EF4-FFF2-40B4-BE49-F238E27FC236}">
                <a16:creationId xmlns:a16="http://schemas.microsoft.com/office/drawing/2014/main" id="{9421A1B2-4129-DCFE-8ABA-5195332BE498}"/>
              </a:ext>
            </a:extLst>
          </p:cNvPr>
          <p:cNvSpPr/>
          <p:nvPr userDrawn="1"/>
        </p:nvSpPr>
        <p:spPr>
          <a:xfrm rot="16200000">
            <a:off x="7105790" y="2300515"/>
            <a:ext cx="155827" cy="3646490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Прямоугольник 32">
            <a:extLst>
              <a:ext uri="{FF2B5EF4-FFF2-40B4-BE49-F238E27FC236}">
                <a16:creationId xmlns:a16="http://schemas.microsoft.com/office/drawing/2014/main" id="{E8F1E16B-60B5-F197-D67E-A4EB6C6ED5F6}"/>
              </a:ext>
            </a:extLst>
          </p:cNvPr>
          <p:cNvSpPr/>
          <p:nvPr userDrawn="1"/>
        </p:nvSpPr>
        <p:spPr>
          <a:xfrm rot="16200000">
            <a:off x="11026386" y="2300515"/>
            <a:ext cx="155827" cy="3646490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Прямоугольник 33">
            <a:extLst>
              <a:ext uri="{FF2B5EF4-FFF2-40B4-BE49-F238E27FC236}">
                <a16:creationId xmlns:a16="http://schemas.microsoft.com/office/drawing/2014/main" id="{9F5157CA-A191-E7AD-A788-EE57D4E1F971}"/>
              </a:ext>
            </a:extLst>
          </p:cNvPr>
          <p:cNvSpPr/>
          <p:nvPr userDrawn="1"/>
        </p:nvSpPr>
        <p:spPr>
          <a:xfrm rot="16200000">
            <a:off x="14946981" y="2300516"/>
            <a:ext cx="155827" cy="3646490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08A15C70-8A3E-903D-53B5-6EE99149AF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4279" y="1563210"/>
            <a:ext cx="9818937" cy="11297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0" name="Espace réservé du texte 49">
            <a:extLst>
              <a:ext uri="{FF2B5EF4-FFF2-40B4-BE49-F238E27FC236}">
                <a16:creationId xmlns:a16="http://schemas.microsoft.com/office/drawing/2014/main" id="{9ED2D659-269A-423B-6B88-2A04AB2265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35261" y="5242264"/>
            <a:ext cx="3646488" cy="102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5" name="Espace réservé du texte 49">
            <a:extLst>
              <a:ext uri="{FF2B5EF4-FFF2-40B4-BE49-F238E27FC236}">
                <a16:creationId xmlns:a16="http://schemas.microsoft.com/office/drawing/2014/main" id="{0CB3463E-94E4-496C-5274-C5F89B987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5855" y="5242264"/>
            <a:ext cx="3646488" cy="102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8" name="Espace réservé du texte 49">
            <a:extLst>
              <a:ext uri="{FF2B5EF4-FFF2-40B4-BE49-F238E27FC236}">
                <a16:creationId xmlns:a16="http://schemas.microsoft.com/office/drawing/2014/main" id="{6C4298E2-B022-A6B3-416B-BD33F18A57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81056" y="5242264"/>
            <a:ext cx="3646488" cy="102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9" name="Espace réservé du texte 49">
            <a:extLst>
              <a:ext uri="{FF2B5EF4-FFF2-40B4-BE49-F238E27FC236}">
                <a16:creationId xmlns:a16="http://schemas.microsoft.com/office/drawing/2014/main" id="{CFA54061-4F0B-150F-139E-D4F6AEBD59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01648" y="5242264"/>
            <a:ext cx="3646488" cy="102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1" name="Espace réservé du texte 60">
            <a:extLst>
              <a:ext uri="{FF2B5EF4-FFF2-40B4-BE49-F238E27FC236}">
                <a16:creationId xmlns:a16="http://schemas.microsoft.com/office/drawing/2014/main" id="{CBEF27F2-C599-8C83-5FA1-7A71346A3C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35262" y="6370081"/>
            <a:ext cx="3646487" cy="16443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62" name="Espace réservé du texte 60">
            <a:extLst>
              <a:ext uri="{FF2B5EF4-FFF2-40B4-BE49-F238E27FC236}">
                <a16:creationId xmlns:a16="http://schemas.microsoft.com/office/drawing/2014/main" id="{CDD8BAA4-2CED-5DBA-B756-C89FA6244D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55856" y="6370081"/>
            <a:ext cx="3646487" cy="16443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0"/>
            <a:endParaRPr lang="fr-FR" dirty="0"/>
          </a:p>
        </p:txBody>
      </p:sp>
      <p:sp>
        <p:nvSpPr>
          <p:cNvPr id="63" name="Espace réservé du texte 60">
            <a:extLst>
              <a:ext uri="{FF2B5EF4-FFF2-40B4-BE49-F238E27FC236}">
                <a16:creationId xmlns:a16="http://schemas.microsoft.com/office/drawing/2014/main" id="{1B1CE901-634F-A102-1128-A7DCE1C5AE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70566" y="6370081"/>
            <a:ext cx="3646487" cy="16443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0"/>
            <a:endParaRPr lang="fr-FR" dirty="0"/>
          </a:p>
        </p:txBody>
      </p:sp>
      <p:sp>
        <p:nvSpPr>
          <p:cNvPr id="64" name="Espace réservé du texte 60">
            <a:extLst>
              <a:ext uri="{FF2B5EF4-FFF2-40B4-BE49-F238E27FC236}">
                <a16:creationId xmlns:a16="http://schemas.microsoft.com/office/drawing/2014/main" id="{4E3F3933-EE64-B622-E33A-EE4DB4D51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191159" y="6370081"/>
            <a:ext cx="3646487" cy="16443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0"/>
            <a:endParaRPr lang="fr-FR" dirty="0"/>
          </a:p>
        </p:txBody>
      </p:sp>
      <p:sp>
        <p:nvSpPr>
          <p:cNvPr id="2" name="Oval 13">
            <a:extLst>
              <a:ext uri="{FF2B5EF4-FFF2-40B4-BE49-F238E27FC236}">
                <a16:creationId xmlns:a16="http://schemas.microsoft.com/office/drawing/2014/main" id="{BB498B35-FEF1-B163-1B69-FA0029FE7926}"/>
              </a:ext>
            </a:extLst>
          </p:cNvPr>
          <p:cNvSpPr/>
          <p:nvPr userDrawn="1"/>
        </p:nvSpPr>
        <p:spPr>
          <a:xfrm>
            <a:off x="2495878" y="3365191"/>
            <a:ext cx="1525254" cy="1525254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827529A9-F576-8EE9-B255-1CBD5ECDF865}"/>
              </a:ext>
            </a:extLst>
          </p:cNvPr>
          <p:cNvSpPr/>
          <p:nvPr userDrawn="1"/>
        </p:nvSpPr>
        <p:spPr>
          <a:xfrm>
            <a:off x="10341672" y="3365191"/>
            <a:ext cx="1525254" cy="1525254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7A40C7E8-6CC6-0A02-2362-3EEFA5FB1D1A}"/>
              </a:ext>
            </a:extLst>
          </p:cNvPr>
          <p:cNvSpPr/>
          <p:nvPr userDrawn="1"/>
        </p:nvSpPr>
        <p:spPr>
          <a:xfrm>
            <a:off x="6421076" y="3365191"/>
            <a:ext cx="1525254" cy="1525254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E0A0E3DB-3568-3871-D615-CE59A9C2DA1C}"/>
              </a:ext>
            </a:extLst>
          </p:cNvPr>
          <p:cNvSpPr/>
          <p:nvPr userDrawn="1"/>
        </p:nvSpPr>
        <p:spPr>
          <a:xfrm>
            <a:off x="14262267" y="3365191"/>
            <a:ext cx="1525254" cy="1525254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62948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C1193012-65E5-D45A-5400-EDEAF91D06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71728"/>
            <a:ext cx="18288000" cy="86618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C6EE4F84-DFA0-3B68-69C2-69CB665475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2271586"/>
            <a:ext cx="18288000" cy="677081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850842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5">
            <a:extLst>
              <a:ext uri="{FF2B5EF4-FFF2-40B4-BE49-F238E27FC236}">
                <a16:creationId xmlns:a16="http://schemas.microsoft.com/office/drawing/2014/main" id="{E0B8CC51-B535-A7AC-B140-4094963A937E}"/>
              </a:ext>
            </a:extLst>
          </p:cNvPr>
          <p:cNvCxnSpPr/>
          <p:nvPr userDrawn="1"/>
        </p:nvCxnSpPr>
        <p:spPr>
          <a:xfrm>
            <a:off x="0" y="1389144"/>
            <a:ext cx="1155032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3B4AD7E-E1E8-07D5-A459-23930CF9E8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6982" y="733286"/>
            <a:ext cx="15906918" cy="8994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 sz="6000">
                <a:latin typeface="Century Gothic" panose="020B0502020202020204" pitchFamily="34" charset="0"/>
              </a:defRPr>
            </a:lvl2pPr>
            <a:lvl3pPr marL="1371600" indent="0">
              <a:buNone/>
              <a:defRPr sz="6000">
                <a:latin typeface="Century Gothic" panose="020B0502020202020204" pitchFamily="34" charset="0"/>
              </a:defRPr>
            </a:lvl3pPr>
            <a:lvl4pPr marL="2057400" indent="0">
              <a:buNone/>
              <a:defRPr sz="6000">
                <a:latin typeface="Century Gothic" panose="020B0502020202020204" pitchFamily="34" charset="0"/>
              </a:defRPr>
            </a:lvl4pPr>
            <a:lvl5pPr marL="2743200" indent="0">
              <a:buNone/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FB76FD-37D8-A8A6-EAB9-A53166C4A1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6982" y="1790146"/>
            <a:ext cx="15906918" cy="725225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19227739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F3D013E3-CF28-798C-4E65-6820568DD56E}"/>
              </a:ext>
            </a:extLst>
          </p:cNvPr>
          <p:cNvSpPr/>
          <p:nvPr userDrawn="1"/>
        </p:nvSpPr>
        <p:spPr>
          <a:xfrm>
            <a:off x="0" y="1190127"/>
            <a:ext cx="18288000" cy="2900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>
          <a:xfrm>
            <a:off x="9889958" y="0"/>
            <a:ext cx="8398042" cy="10288588"/>
          </a:xfrm>
          <a:custGeom>
            <a:avLst/>
            <a:gdLst>
              <a:gd name="connsiteX0" fmla="*/ 3392905 w 7724274"/>
              <a:gd name="connsiteY0" fmla="*/ 0 h 10288588"/>
              <a:gd name="connsiteX1" fmla="*/ 7724274 w 7724274"/>
              <a:gd name="connsiteY1" fmla="*/ 0 h 10288588"/>
              <a:gd name="connsiteX2" fmla="*/ 7724274 w 7724274"/>
              <a:gd name="connsiteY2" fmla="*/ 10288588 h 10288588"/>
              <a:gd name="connsiteX3" fmla="*/ 0 w 7724274"/>
              <a:gd name="connsiteY3" fmla="*/ 10288588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24274" h="10288588">
                <a:moveTo>
                  <a:pt x="3392905" y="0"/>
                </a:moveTo>
                <a:lnTo>
                  <a:pt x="7724274" y="0"/>
                </a:lnTo>
                <a:lnTo>
                  <a:pt x="7724274" y="10288588"/>
                </a:lnTo>
                <a:lnTo>
                  <a:pt x="0" y="1028858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5" name="Прямоугольник 24">
            <a:extLst>
              <a:ext uri="{FF2B5EF4-FFF2-40B4-BE49-F238E27FC236}">
                <a16:creationId xmlns:a16="http://schemas.microsoft.com/office/drawing/2014/main" id="{988312D5-0FB9-A8B1-8E98-74754206969C}"/>
              </a:ext>
            </a:extLst>
          </p:cNvPr>
          <p:cNvSpPr/>
          <p:nvPr userDrawn="1"/>
        </p:nvSpPr>
        <p:spPr>
          <a:xfrm>
            <a:off x="1" y="1190127"/>
            <a:ext cx="216568" cy="290061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965116B-5DE8-94A0-2BCC-7D2EC7B78B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9067" y="1797055"/>
            <a:ext cx="10077196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55FDD324-2F2C-1015-4056-8FC7B3F37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9067" y="2700851"/>
            <a:ext cx="10077196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A71A12-80EF-3811-D963-F65F04D22B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59066" y="4961632"/>
            <a:ext cx="10077197" cy="408076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4337687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0915650" y="0"/>
            <a:ext cx="7372350" cy="10288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81D5BF8-5F58-726B-6569-E0926A2D4F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093428" y="9510624"/>
            <a:ext cx="1791221" cy="391382"/>
          </a:xfrm>
          <a:prstGeom prst="rect">
            <a:avLst/>
          </a:prstGeom>
        </p:spPr>
      </p:pic>
      <p:cxnSp>
        <p:nvCxnSpPr>
          <p:cNvPr id="5" name="Прямая соединительная линия 6">
            <a:extLst>
              <a:ext uri="{FF2B5EF4-FFF2-40B4-BE49-F238E27FC236}">
                <a16:creationId xmlns:a16="http://schemas.microsoft.com/office/drawing/2014/main" id="{DBBEF9DF-1043-574F-50DD-D981DABC3C28}"/>
              </a:ext>
            </a:extLst>
          </p:cNvPr>
          <p:cNvCxnSpPr/>
          <p:nvPr userDrawn="1"/>
        </p:nvCxnSpPr>
        <p:spPr>
          <a:xfrm>
            <a:off x="0" y="2463314"/>
            <a:ext cx="1155032" cy="0"/>
          </a:xfrm>
          <a:prstGeom prst="line">
            <a:avLst/>
          </a:prstGeom>
          <a:ln w="5715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B586932-E22B-A801-2026-BC3D065A79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6983" y="1798494"/>
            <a:ext cx="8781520" cy="1214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 sz="6000">
                <a:latin typeface="Century Gothic" panose="020B0502020202020204" pitchFamily="34" charset="0"/>
              </a:defRPr>
            </a:lvl2pPr>
            <a:lvl3pPr marL="1371600" indent="0">
              <a:buNone/>
              <a:defRPr sz="6000">
                <a:latin typeface="Century Gothic" panose="020B0502020202020204" pitchFamily="34" charset="0"/>
              </a:defRPr>
            </a:lvl3pPr>
            <a:lvl4pPr marL="2057400" indent="0">
              <a:buNone/>
              <a:defRPr sz="6000">
                <a:latin typeface="Century Gothic" panose="020B0502020202020204" pitchFamily="34" charset="0"/>
              </a:defRPr>
            </a:lvl4pPr>
            <a:lvl5pPr marL="2743200" indent="0">
              <a:buNone/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6FA578-8809-C961-A9FC-47615E27B1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982" y="3742018"/>
            <a:ext cx="8781520" cy="530038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27892057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25">
            <a:extLst>
              <a:ext uri="{FF2B5EF4-FFF2-40B4-BE49-F238E27FC236}">
                <a16:creationId xmlns:a16="http://schemas.microsoft.com/office/drawing/2014/main" id="{1FBE25B0-8BA8-8A16-5583-8A19FD7FDD74}"/>
              </a:ext>
            </a:extLst>
          </p:cNvPr>
          <p:cNvSpPr/>
          <p:nvPr userDrawn="1"/>
        </p:nvSpPr>
        <p:spPr>
          <a:xfrm>
            <a:off x="0" y="1599198"/>
            <a:ext cx="18288000" cy="2570919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Рисунок 5"/>
          <p:cNvSpPr>
            <a:spLocks noGrp="1"/>
          </p:cNvSpPr>
          <p:nvPr>
            <p:ph type="pic" sz="quarter" idx="11"/>
          </p:nvPr>
        </p:nvSpPr>
        <p:spPr>
          <a:xfrm>
            <a:off x="1482724" y="1"/>
            <a:ext cx="5965826" cy="803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cxnSp>
        <p:nvCxnSpPr>
          <p:cNvPr id="3" name="Прямая соединительная линия 4">
            <a:extLst>
              <a:ext uri="{FF2B5EF4-FFF2-40B4-BE49-F238E27FC236}">
                <a16:creationId xmlns:a16="http://schemas.microsoft.com/office/drawing/2014/main" id="{0B1C51B8-9ED3-C9C3-028D-639D385677A5}"/>
              </a:ext>
            </a:extLst>
          </p:cNvPr>
          <p:cNvCxnSpPr/>
          <p:nvPr userDrawn="1"/>
        </p:nvCxnSpPr>
        <p:spPr>
          <a:xfrm>
            <a:off x="1439863" y="8705850"/>
            <a:ext cx="15444787" cy="0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4038DDB8-1D98-B1B3-8261-E49DA51D43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05801" y="2022340"/>
            <a:ext cx="8928098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7B27F301-D130-E0E4-443B-2F4C9944FF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05801" y="2926136"/>
            <a:ext cx="8928098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9C8B9440-22BA-F598-5166-2D8C1D94F6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05800" y="4784037"/>
            <a:ext cx="8928099" cy="325506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3488795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2">
            <a:extLst>
              <a:ext uri="{FF2B5EF4-FFF2-40B4-BE49-F238E27FC236}">
                <a16:creationId xmlns:a16="http://schemas.microsoft.com/office/drawing/2014/main" id="{19DE584C-DED0-CAEE-F889-28A86679EDF1}"/>
              </a:ext>
            </a:extLst>
          </p:cNvPr>
          <p:cNvSpPr/>
          <p:nvPr userDrawn="1"/>
        </p:nvSpPr>
        <p:spPr>
          <a:xfrm>
            <a:off x="9484093" y="5429663"/>
            <a:ext cx="3562359" cy="3460337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5" name="Прямоугольник 21">
            <a:extLst>
              <a:ext uri="{FF2B5EF4-FFF2-40B4-BE49-F238E27FC236}">
                <a16:creationId xmlns:a16="http://schemas.microsoft.com/office/drawing/2014/main" id="{3E50D3E8-9E8B-5FE3-0DAA-E1F084E83668}"/>
              </a:ext>
            </a:extLst>
          </p:cNvPr>
          <p:cNvSpPr/>
          <p:nvPr userDrawn="1"/>
        </p:nvSpPr>
        <p:spPr>
          <a:xfrm>
            <a:off x="1466850" y="1683163"/>
            <a:ext cx="3848107" cy="346033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9EB48748-9ED2-B9C8-2609-BCB11D24E8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19750" y="1682749"/>
            <a:ext cx="3556000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5" name="Espace réservé pour une image  13">
            <a:extLst>
              <a:ext uri="{FF2B5EF4-FFF2-40B4-BE49-F238E27FC236}">
                <a16:creationId xmlns:a16="http://schemas.microsoft.com/office/drawing/2014/main" id="{3DA1C0E8-6940-1E6E-FE53-15377C84B4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80543" y="1682749"/>
            <a:ext cx="3556000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6" name="Espace réservé pour une image  13">
            <a:extLst>
              <a:ext uri="{FF2B5EF4-FFF2-40B4-BE49-F238E27FC236}">
                <a16:creationId xmlns:a16="http://schemas.microsoft.com/office/drawing/2014/main" id="{7B95031A-BB4C-C007-8422-22742F654B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341336" y="1682749"/>
            <a:ext cx="3556000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7" name="Espace réservé pour une image  13">
            <a:extLst>
              <a:ext uri="{FF2B5EF4-FFF2-40B4-BE49-F238E27FC236}">
                <a16:creationId xmlns:a16="http://schemas.microsoft.com/office/drawing/2014/main" id="{BBD60390-0565-F223-A0EA-6DB4880746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19750" y="5431319"/>
            <a:ext cx="3556000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8" name="Espace réservé pour une image  13">
            <a:extLst>
              <a:ext uri="{FF2B5EF4-FFF2-40B4-BE49-F238E27FC236}">
                <a16:creationId xmlns:a16="http://schemas.microsoft.com/office/drawing/2014/main" id="{83411E7E-6B02-AF01-58E6-D06B0776AA3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6849" y="5431319"/>
            <a:ext cx="3844557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9" name="Espace réservé pour une image  13">
            <a:extLst>
              <a:ext uri="{FF2B5EF4-FFF2-40B4-BE49-F238E27FC236}">
                <a16:creationId xmlns:a16="http://schemas.microsoft.com/office/drawing/2014/main" id="{D66627DA-F213-A7A3-F326-3A75BCEDFE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341336" y="5416550"/>
            <a:ext cx="3556000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9E51C72A-6946-7C63-CC30-03E01ABA0B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74035" y="2701647"/>
            <a:ext cx="3337371" cy="7041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2" name="Espace réservé du texte 20">
            <a:extLst>
              <a:ext uri="{FF2B5EF4-FFF2-40B4-BE49-F238E27FC236}">
                <a16:creationId xmlns:a16="http://schemas.microsoft.com/office/drawing/2014/main" id="{1A92D70F-8BF4-F8B0-4374-CF80D5F6F3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74035" y="3418714"/>
            <a:ext cx="3337371" cy="7041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51947180-5632-AFE8-A5C6-637444AAA3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84094" y="5443122"/>
            <a:ext cx="3552450" cy="343417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031113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0CE4FEC4-58F0-A2F8-860D-C8A5DA5CC1B9}"/>
              </a:ext>
            </a:extLst>
          </p:cNvPr>
          <p:cNvSpPr/>
          <p:nvPr userDrawn="1"/>
        </p:nvSpPr>
        <p:spPr>
          <a:xfrm>
            <a:off x="0" y="1190127"/>
            <a:ext cx="18288000" cy="2900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24">
            <a:extLst>
              <a:ext uri="{FF2B5EF4-FFF2-40B4-BE49-F238E27FC236}">
                <a16:creationId xmlns:a16="http://schemas.microsoft.com/office/drawing/2014/main" id="{8065B891-AF0A-E703-69F7-A3C1EC60494B}"/>
              </a:ext>
            </a:extLst>
          </p:cNvPr>
          <p:cNvSpPr/>
          <p:nvPr userDrawn="1"/>
        </p:nvSpPr>
        <p:spPr>
          <a:xfrm>
            <a:off x="1" y="1190127"/>
            <a:ext cx="216568" cy="2900613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80CB8C4-C8E4-6607-BB86-0AB374421A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9067" y="1797055"/>
            <a:ext cx="15616968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4AC870AF-4FD7-53D0-10FA-3BD2C63F89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9067" y="2700851"/>
            <a:ext cx="15616968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66732C6E-7CA7-80D2-4E6A-56B4B9786F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6982" y="4961633"/>
            <a:ext cx="15649053" cy="4080766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52080876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6">
            <a:extLst>
              <a:ext uri="{FF2B5EF4-FFF2-40B4-BE49-F238E27FC236}">
                <a16:creationId xmlns:a16="http://schemas.microsoft.com/office/drawing/2014/main" id="{83D1782A-4E2E-9AE9-B433-4FF2C47917E7}"/>
              </a:ext>
            </a:extLst>
          </p:cNvPr>
          <p:cNvCxnSpPr/>
          <p:nvPr userDrawn="1"/>
        </p:nvCxnSpPr>
        <p:spPr>
          <a:xfrm>
            <a:off x="0" y="2490439"/>
            <a:ext cx="1155032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32">
            <a:extLst>
              <a:ext uri="{FF2B5EF4-FFF2-40B4-BE49-F238E27FC236}">
                <a16:creationId xmlns:a16="http://schemas.microsoft.com/office/drawing/2014/main" id="{BB937530-7A67-97ED-EF23-02CF49D87DE7}"/>
              </a:ext>
            </a:extLst>
          </p:cNvPr>
          <p:cNvSpPr/>
          <p:nvPr userDrawn="1"/>
        </p:nvSpPr>
        <p:spPr>
          <a:xfrm>
            <a:off x="8807116" y="1756610"/>
            <a:ext cx="4162926" cy="3050804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32">
            <a:extLst>
              <a:ext uri="{FF2B5EF4-FFF2-40B4-BE49-F238E27FC236}">
                <a16:creationId xmlns:a16="http://schemas.microsoft.com/office/drawing/2014/main" id="{1A5382BF-7954-AC19-6CBC-D99A3CC9414D}"/>
              </a:ext>
            </a:extLst>
          </p:cNvPr>
          <p:cNvSpPr/>
          <p:nvPr userDrawn="1"/>
        </p:nvSpPr>
        <p:spPr>
          <a:xfrm>
            <a:off x="5741391" y="5144294"/>
            <a:ext cx="2728843" cy="3975642"/>
          </a:xfrm>
          <a:prstGeom prst="rect">
            <a:avLst/>
          </a:prstGeom>
          <a:solidFill>
            <a:srgbClr val="00A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55B0AA1B-C987-74AB-D495-9CAC75CCD7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06923" y="1756610"/>
            <a:ext cx="4066674" cy="7363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6" name="Espace réservé pour une image  14">
            <a:extLst>
              <a:ext uri="{FF2B5EF4-FFF2-40B4-BE49-F238E27FC236}">
                <a16:creationId xmlns:a16="http://schemas.microsoft.com/office/drawing/2014/main" id="{186ED764-5F9E-8296-F2ED-99FE73FCC7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07113" y="5144293"/>
            <a:ext cx="4162926" cy="397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5A926AF-38D0-0E55-8C31-FA453C8A2D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07079" y="1756610"/>
            <a:ext cx="4162926" cy="305080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0" name="Espace réservé du texte 18">
            <a:extLst>
              <a:ext uri="{FF2B5EF4-FFF2-40B4-BE49-F238E27FC236}">
                <a16:creationId xmlns:a16="http://schemas.microsoft.com/office/drawing/2014/main" id="{A03F2749-7B70-8C47-EDE1-152A2E8B41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391" y="5144292"/>
            <a:ext cx="2728838" cy="397564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B7D19E22-CA55-0E72-DE3A-7FF7DA55E3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6983" y="1716849"/>
            <a:ext cx="7143215" cy="297129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3" name="Espace réservé du texte 18">
            <a:extLst>
              <a:ext uri="{FF2B5EF4-FFF2-40B4-BE49-F238E27FC236}">
                <a16:creationId xmlns:a16="http://schemas.microsoft.com/office/drawing/2014/main" id="{914EA3A2-9338-F7B2-14B2-010F4B2C00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6983" y="5144292"/>
            <a:ext cx="4077524" cy="397564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757880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22">
            <a:extLst>
              <a:ext uri="{FF2B5EF4-FFF2-40B4-BE49-F238E27FC236}">
                <a16:creationId xmlns:a16="http://schemas.microsoft.com/office/drawing/2014/main" id="{AE5C8762-8DA7-AAC8-5AFA-01A3A5DEE6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3922" y="5573962"/>
            <a:ext cx="3200400" cy="2263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27" name="Espace réservé pour une image  22">
            <a:extLst>
              <a:ext uri="{FF2B5EF4-FFF2-40B4-BE49-F238E27FC236}">
                <a16:creationId xmlns:a16="http://schemas.microsoft.com/office/drawing/2014/main" id="{B77FB5EC-6A71-183F-B14A-3EC1D3D1DB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94281" y="5573962"/>
            <a:ext cx="3200400" cy="2263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28" name="Espace réservé pour une image  22">
            <a:extLst>
              <a:ext uri="{FF2B5EF4-FFF2-40B4-BE49-F238E27FC236}">
                <a16:creationId xmlns:a16="http://schemas.microsoft.com/office/drawing/2014/main" id="{E0F89A8C-5C18-D304-A971-4CE2C8D55A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709631" y="5573962"/>
            <a:ext cx="3206775" cy="2263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23" name="Espace réservé pour une image  22">
            <a:extLst>
              <a:ext uri="{FF2B5EF4-FFF2-40B4-BE49-F238E27FC236}">
                <a16:creationId xmlns:a16="http://schemas.microsoft.com/office/drawing/2014/main" id="{9309071C-FFAE-8523-A1B8-57A5C873C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922" y="1683162"/>
            <a:ext cx="3200400" cy="2263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24" name="Espace réservé pour une image  22">
            <a:extLst>
              <a:ext uri="{FF2B5EF4-FFF2-40B4-BE49-F238E27FC236}">
                <a16:creationId xmlns:a16="http://schemas.microsoft.com/office/drawing/2014/main" id="{FF630F79-D436-741E-F312-14B167094E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894281" y="1683162"/>
            <a:ext cx="3200400" cy="2263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25" name="Espace réservé pour une image  22">
            <a:extLst>
              <a:ext uri="{FF2B5EF4-FFF2-40B4-BE49-F238E27FC236}">
                <a16:creationId xmlns:a16="http://schemas.microsoft.com/office/drawing/2014/main" id="{A33AEA02-888B-5A32-3475-2AE3F3D69B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709631" y="1683162"/>
            <a:ext cx="3206775" cy="2263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cxnSp>
        <p:nvCxnSpPr>
          <p:cNvPr id="15" name="Прямая соединительная линия 52">
            <a:extLst>
              <a:ext uri="{FF2B5EF4-FFF2-40B4-BE49-F238E27FC236}">
                <a16:creationId xmlns:a16="http://schemas.microsoft.com/office/drawing/2014/main" id="{DC2513A3-0269-C3F8-391A-2583CFFA1656}"/>
              </a:ext>
            </a:extLst>
          </p:cNvPr>
          <p:cNvCxnSpPr>
            <a:cxnSpLocks/>
          </p:cNvCxnSpPr>
          <p:nvPr userDrawn="1"/>
        </p:nvCxnSpPr>
        <p:spPr>
          <a:xfrm flipV="1">
            <a:off x="6008448" y="1683162"/>
            <a:ext cx="0" cy="2263195"/>
          </a:xfrm>
          <a:prstGeom prst="line">
            <a:avLst/>
          </a:prstGeom>
          <a:ln w="10160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55">
            <a:extLst>
              <a:ext uri="{FF2B5EF4-FFF2-40B4-BE49-F238E27FC236}">
                <a16:creationId xmlns:a16="http://schemas.microsoft.com/office/drawing/2014/main" id="{57806DF8-3BF8-E839-270A-CD94D892112C}"/>
              </a:ext>
            </a:extLst>
          </p:cNvPr>
          <p:cNvCxnSpPr>
            <a:cxnSpLocks/>
          </p:cNvCxnSpPr>
          <p:nvPr userDrawn="1"/>
        </p:nvCxnSpPr>
        <p:spPr>
          <a:xfrm flipV="1">
            <a:off x="9854222" y="1683163"/>
            <a:ext cx="0" cy="2263194"/>
          </a:xfrm>
          <a:prstGeom prst="line">
            <a:avLst/>
          </a:prstGeom>
          <a:ln w="10160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56">
            <a:extLst>
              <a:ext uri="{FF2B5EF4-FFF2-40B4-BE49-F238E27FC236}">
                <a16:creationId xmlns:a16="http://schemas.microsoft.com/office/drawing/2014/main" id="{C9869132-F923-AFD9-BDC2-F7769C612D08}"/>
              </a:ext>
            </a:extLst>
          </p:cNvPr>
          <p:cNvCxnSpPr>
            <a:cxnSpLocks/>
          </p:cNvCxnSpPr>
          <p:nvPr userDrawn="1"/>
        </p:nvCxnSpPr>
        <p:spPr>
          <a:xfrm flipV="1">
            <a:off x="13674020" y="1683163"/>
            <a:ext cx="0" cy="2263194"/>
          </a:xfrm>
          <a:prstGeom prst="line">
            <a:avLst/>
          </a:prstGeom>
          <a:ln w="10160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57">
            <a:extLst>
              <a:ext uri="{FF2B5EF4-FFF2-40B4-BE49-F238E27FC236}">
                <a16:creationId xmlns:a16="http://schemas.microsoft.com/office/drawing/2014/main" id="{C1F78AD1-9C24-E505-0EC3-64D89F2592A8}"/>
              </a:ext>
            </a:extLst>
          </p:cNvPr>
          <p:cNvCxnSpPr>
            <a:cxnSpLocks/>
          </p:cNvCxnSpPr>
          <p:nvPr userDrawn="1"/>
        </p:nvCxnSpPr>
        <p:spPr>
          <a:xfrm flipV="1">
            <a:off x="6008448" y="5573962"/>
            <a:ext cx="0" cy="2263195"/>
          </a:xfrm>
          <a:prstGeom prst="line">
            <a:avLst/>
          </a:prstGeom>
          <a:ln w="10160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58">
            <a:extLst>
              <a:ext uri="{FF2B5EF4-FFF2-40B4-BE49-F238E27FC236}">
                <a16:creationId xmlns:a16="http://schemas.microsoft.com/office/drawing/2014/main" id="{3BB363EB-37D2-6550-8A57-252C7406E5E2}"/>
              </a:ext>
            </a:extLst>
          </p:cNvPr>
          <p:cNvCxnSpPr>
            <a:cxnSpLocks/>
          </p:cNvCxnSpPr>
          <p:nvPr userDrawn="1"/>
        </p:nvCxnSpPr>
        <p:spPr>
          <a:xfrm flipV="1">
            <a:off x="9854222" y="5573962"/>
            <a:ext cx="0" cy="2263195"/>
          </a:xfrm>
          <a:prstGeom prst="line">
            <a:avLst/>
          </a:prstGeom>
          <a:ln w="10160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56">
            <a:extLst>
              <a:ext uri="{FF2B5EF4-FFF2-40B4-BE49-F238E27FC236}">
                <a16:creationId xmlns:a16="http://schemas.microsoft.com/office/drawing/2014/main" id="{25371484-35CB-5C63-8B59-05CFEE10D4E4}"/>
              </a:ext>
            </a:extLst>
          </p:cNvPr>
          <p:cNvCxnSpPr>
            <a:cxnSpLocks/>
          </p:cNvCxnSpPr>
          <p:nvPr userDrawn="1"/>
        </p:nvCxnSpPr>
        <p:spPr>
          <a:xfrm flipV="1">
            <a:off x="13674020" y="5573962"/>
            <a:ext cx="0" cy="2263195"/>
          </a:xfrm>
          <a:prstGeom prst="line">
            <a:avLst/>
          </a:prstGeom>
          <a:ln w="10160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601B1A46-A28E-5C8E-2486-5ABDEDC89F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3922" y="3980838"/>
            <a:ext cx="3200401" cy="12165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1" name="Espace réservé du texte 29">
            <a:extLst>
              <a:ext uri="{FF2B5EF4-FFF2-40B4-BE49-F238E27FC236}">
                <a16:creationId xmlns:a16="http://schemas.microsoft.com/office/drawing/2014/main" id="{3B0CAA17-CE28-DC27-94CB-47BCD0F45C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94281" y="3980838"/>
            <a:ext cx="3200401" cy="12165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2" name="Espace réservé du texte 29">
            <a:extLst>
              <a:ext uri="{FF2B5EF4-FFF2-40B4-BE49-F238E27FC236}">
                <a16:creationId xmlns:a16="http://schemas.microsoft.com/office/drawing/2014/main" id="{DC074A06-73A5-2D1C-8BE0-D39BDD83D5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09631" y="3980838"/>
            <a:ext cx="3200401" cy="12165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3" name="Espace réservé du texte 29">
            <a:extLst>
              <a:ext uri="{FF2B5EF4-FFF2-40B4-BE49-F238E27FC236}">
                <a16:creationId xmlns:a16="http://schemas.microsoft.com/office/drawing/2014/main" id="{4846A0D5-BB68-0F06-2F69-6DAD3ABE64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63922" y="7864614"/>
            <a:ext cx="3200401" cy="12165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4" name="Espace réservé du texte 29">
            <a:extLst>
              <a:ext uri="{FF2B5EF4-FFF2-40B4-BE49-F238E27FC236}">
                <a16:creationId xmlns:a16="http://schemas.microsoft.com/office/drawing/2014/main" id="{BA5AA017-13C4-86AA-64D6-B5B042686B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94281" y="7864614"/>
            <a:ext cx="3200401" cy="12165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5" name="Espace réservé du texte 29">
            <a:extLst>
              <a:ext uri="{FF2B5EF4-FFF2-40B4-BE49-F238E27FC236}">
                <a16:creationId xmlns:a16="http://schemas.microsoft.com/office/drawing/2014/main" id="{AF045B1B-E3A4-B429-64EB-5F455F5E25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09631" y="7864614"/>
            <a:ext cx="3200401" cy="12165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6" name="Espace réservé du texte 21">
            <a:extLst>
              <a:ext uri="{FF2B5EF4-FFF2-40B4-BE49-F238E27FC236}">
                <a16:creationId xmlns:a16="http://schemas.microsoft.com/office/drawing/2014/main" id="{F00B0E33-5606-AA73-FB6C-0B5CB1435A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1558" y="1510886"/>
            <a:ext cx="4876390" cy="75305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7444998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502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D5D7F85D-347D-E5FB-C084-94C3BA5DE02C}"/>
              </a:ext>
            </a:extLst>
          </p:cNvPr>
          <p:cNvGrpSpPr/>
          <p:nvPr userDrawn="1"/>
        </p:nvGrpSpPr>
        <p:grpSpPr>
          <a:xfrm>
            <a:off x="6102691" y="6850485"/>
            <a:ext cx="6062662" cy="2422103"/>
            <a:chOff x="6102691" y="6850485"/>
            <a:chExt cx="6062662" cy="2422103"/>
          </a:xfrm>
        </p:grpSpPr>
        <p:cxnSp>
          <p:nvCxnSpPr>
            <p:cNvPr id="4" name="Прямая соединительная линия 24">
              <a:extLst>
                <a:ext uri="{FF2B5EF4-FFF2-40B4-BE49-F238E27FC236}">
                  <a16:creationId xmlns:a16="http://schemas.microsoft.com/office/drawing/2014/main" id="{A3307B9B-BDCB-E6DC-96F6-5994EA9028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165353" y="6850485"/>
              <a:ext cx="0" cy="242210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24">
              <a:extLst>
                <a:ext uri="{FF2B5EF4-FFF2-40B4-BE49-F238E27FC236}">
                  <a16:creationId xmlns:a16="http://schemas.microsoft.com/office/drawing/2014/main" id="{66E2FDDE-23E1-ABBF-3E69-B563D95569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02691" y="6850485"/>
              <a:ext cx="0" cy="242210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Espace réservé du texte 31">
            <a:extLst>
              <a:ext uri="{FF2B5EF4-FFF2-40B4-BE49-F238E27FC236}">
                <a16:creationId xmlns:a16="http://schemas.microsoft.com/office/drawing/2014/main" id="{ECE76A49-6D01-8A96-EA4A-9332881336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455665"/>
            <a:ext cx="18288000" cy="86618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b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06740644-77DB-757F-E3B0-401FB0B5AA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651425"/>
            <a:ext cx="6102691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AA08F63E-3934-1E69-E4AB-219E621F9A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7313553"/>
            <a:ext cx="6102691" cy="21580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B4696FD4-8945-D904-0611-2AB0CDCB40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2648" y="6651425"/>
            <a:ext cx="6042704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CBF68A95-FB48-B747-30BA-60FC45F28F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2648" y="7313553"/>
            <a:ext cx="6042704" cy="21580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166CD83B-EC98-A8E3-E426-0F1C0B9964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05382" y="6651425"/>
            <a:ext cx="6082618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FB78AB1C-B982-9773-FE35-739B077F80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05382" y="7313553"/>
            <a:ext cx="6082618" cy="21580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0858456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5">
            <a:extLst>
              <a:ext uri="{FF2B5EF4-FFF2-40B4-BE49-F238E27FC236}">
                <a16:creationId xmlns:a16="http://schemas.microsoft.com/office/drawing/2014/main" id="{F0F7CA5C-E5F3-EE4B-F918-63A79899273E}"/>
              </a:ext>
            </a:extLst>
          </p:cNvPr>
          <p:cNvSpPr/>
          <p:nvPr userDrawn="1"/>
        </p:nvSpPr>
        <p:spPr>
          <a:xfrm flipV="1">
            <a:off x="12849828" y="6300011"/>
            <a:ext cx="3732507" cy="1866254"/>
          </a:xfrm>
          <a:custGeom>
            <a:avLst/>
            <a:gdLst>
              <a:gd name="connsiteX0" fmla="*/ 0 w 7245350"/>
              <a:gd name="connsiteY0" fmla="*/ 3622675 h 7245350"/>
              <a:gd name="connsiteX1" fmla="*/ 3622675 w 7245350"/>
              <a:gd name="connsiteY1" fmla="*/ 0 h 7245350"/>
              <a:gd name="connsiteX2" fmla="*/ 7245350 w 7245350"/>
              <a:gd name="connsiteY2" fmla="*/ 3622675 h 7245350"/>
              <a:gd name="connsiteX3" fmla="*/ 3622675 w 7245350"/>
              <a:gd name="connsiteY3" fmla="*/ 7245350 h 7245350"/>
              <a:gd name="connsiteX4" fmla="*/ 0 w 7245350"/>
              <a:gd name="connsiteY4" fmla="*/ 3622675 h 7245350"/>
              <a:gd name="connsiteX0" fmla="*/ 3622675 w 7245350"/>
              <a:gd name="connsiteY0" fmla="*/ 7245350 h 7336790"/>
              <a:gd name="connsiteX1" fmla="*/ 0 w 7245350"/>
              <a:gd name="connsiteY1" fmla="*/ 3622675 h 7336790"/>
              <a:gd name="connsiteX2" fmla="*/ 3622675 w 7245350"/>
              <a:gd name="connsiteY2" fmla="*/ 0 h 7336790"/>
              <a:gd name="connsiteX3" fmla="*/ 7245350 w 7245350"/>
              <a:gd name="connsiteY3" fmla="*/ 3622675 h 7336790"/>
              <a:gd name="connsiteX4" fmla="*/ 3714115 w 7245350"/>
              <a:gd name="connsiteY4" fmla="*/ 7336790 h 7336790"/>
              <a:gd name="connsiteX0" fmla="*/ 3622675 w 7245350"/>
              <a:gd name="connsiteY0" fmla="*/ 7245350 h 7245350"/>
              <a:gd name="connsiteX1" fmla="*/ 0 w 7245350"/>
              <a:gd name="connsiteY1" fmla="*/ 3622675 h 7245350"/>
              <a:gd name="connsiteX2" fmla="*/ 3622675 w 7245350"/>
              <a:gd name="connsiteY2" fmla="*/ 0 h 7245350"/>
              <a:gd name="connsiteX3" fmla="*/ 7245350 w 7245350"/>
              <a:gd name="connsiteY3" fmla="*/ 3622675 h 7245350"/>
              <a:gd name="connsiteX0" fmla="*/ 0 w 7245350"/>
              <a:gd name="connsiteY0" fmla="*/ 3622675 h 3622675"/>
              <a:gd name="connsiteX1" fmla="*/ 3622675 w 7245350"/>
              <a:gd name="connsiteY1" fmla="*/ 0 h 3622675"/>
              <a:gd name="connsiteX2" fmla="*/ 7245350 w 7245350"/>
              <a:gd name="connsiteY2" fmla="*/ 3622675 h 36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/>
          <a:ln w="254000">
            <a:solidFill>
              <a:srgbClr val="E5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50" dirty="0"/>
          </a:p>
        </p:txBody>
      </p:sp>
      <p:sp>
        <p:nvSpPr>
          <p:cNvPr id="4" name="Овал 5">
            <a:extLst>
              <a:ext uri="{FF2B5EF4-FFF2-40B4-BE49-F238E27FC236}">
                <a16:creationId xmlns:a16="http://schemas.microsoft.com/office/drawing/2014/main" id="{EC833618-0F64-6DB9-898B-50AC958A3C2B}"/>
              </a:ext>
            </a:extLst>
          </p:cNvPr>
          <p:cNvSpPr/>
          <p:nvPr userDrawn="1"/>
        </p:nvSpPr>
        <p:spPr>
          <a:xfrm>
            <a:off x="1652310" y="4426999"/>
            <a:ext cx="3732507" cy="1866254"/>
          </a:xfrm>
          <a:custGeom>
            <a:avLst/>
            <a:gdLst>
              <a:gd name="connsiteX0" fmla="*/ 0 w 7245350"/>
              <a:gd name="connsiteY0" fmla="*/ 3622675 h 7245350"/>
              <a:gd name="connsiteX1" fmla="*/ 3622675 w 7245350"/>
              <a:gd name="connsiteY1" fmla="*/ 0 h 7245350"/>
              <a:gd name="connsiteX2" fmla="*/ 7245350 w 7245350"/>
              <a:gd name="connsiteY2" fmla="*/ 3622675 h 7245350"/>
              <a:gd name="connsiteX3" fmla="*/ 3622675 w 7245350"/>
              <a:gd name="connsiteY3" fmla="*/ 7245350 h 7245350"/>
              <a:gd name="connsiteX4" fmla="*/ 0 w 7245350"/>
              <a:gd name="connsiteY4" fmla="*/ 3622675 h 7245350"/>
              <a:gd name="connsiteX0" fmla="*/ 3622675 w 7245350"/>
              <a:gd name="connsiteY0" fmla="*/ 7245350 h 7336790"/>
              <a:gd name="connsiteX1" fmla="*/ 0 w 7245350"/>
              <a:gd name="connsiteY1" fmla="*/ 3622675 h 7336790"/>
              <a:gd name="connsiteX2" fmla="*/ 3622675 w 7245350"/>
              <a:gd name="connsiteY2" fmla="*/ 0 h 7336790"/>
              <a:gd name="connsiteX3" fmla="*/ 7245350 w 7245350"/>
              <a:gd name="connsiteY3" fmla="*/ 3622675 h 7336790"/>
              <a:gd name="connsiteX4" fmla="*/ 3714115 w 7245350"/>
              <a:gd name="connsiteY4" fmla="*/ 7336790 h 7336790"/>
              <a:gd name="connsiteX0" fmla="*/ 3622675 w 7245350"/>
              <a:gd name="connsiteY0" fmla="*/ 7245350 h 7245350"/>
              <a:gd name="connsiteX1" fmla="*/ 0 w 7245350"/>
              <a:gd name="connsiteY1" fmla="*/ 3622675 h 7245350"/>
              <a:gd name="connsiteX2" fmla="*/ 3622675 w 7245350"/>
              <a:gd name="connsiteY2" fmla="*/ 0 h 7245350"/>
              <a:gd name="connsiteX3" fmla="*/ 7245350 w 7245350"/>
              <a:gd name="connsiteY3" fmla="*/ 3622675 h 7245350"/>
              <a:gd name="connsiteX0" fmla="*/ 0 w 7245350"/>
              <a:gd name="connsiteY0" fmla="*/ 3622675 h 3622675"/>
              <a:gd name="connsiteX1" fmla="*/ 3622675 w 7245350"/>
              <a:gd name="connsiteY1" fmla="*/ 0 h 3622675"/>
              <a:gd name="connsiteX2" fmla="*/ 7245350 w 7245350"/>
              <a:gd name="connsiteY2" fmla="*/ 3622675 h 36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/>
          <a:ln w="254000">
            <a:solidFill>
              <a:srgbClr val="E5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50" dirty="0"/>
          </a:p>
        </p:txBody>
      </p:sp>
      <p:sp>
        <p:nvSpPr>
          <p:cNvPr id="5" name="Овал 5">
            <a:extLst>
              <a:ext uri="{FF2B5EF4-FFF2-40B4-BE49-F238E27FC236}">
                <a16:creationId xmlns:a16="http://schemas.microsoft.com/office/drawing/2014/main" id="{6CC9F83D-5A07-1092-F26E-B378500FB650}"/>
              </a:ext>
            </a:extLst>
          </p:cNvPr>
          <p:cNvSpPr/>
          <p:nvPr userDrawn="1"/>
        </p:nvSpPr>
        <p:spPr>
          <a:xfrm flipV="1">
            <a:off x="5384817" y="6293253"/>
            <a:ext cx="3732507" cy="1866254"/>
          </a:xfrm>
          <a:custGeom>
            <a:avLst/>
            <a:gdLst>
              <a:gd name="connsiteX0" fmla="*/ 0 w 7245350"/>
              <a:gd name="connsiteY0" fmla="*/ 3622675 h 7245350"/>
              <a:gd name="connsiteX1" fmla="*/ 3622675 w 7245350"/>
              <a:gd name="connsiteY1" fmla="*/ 0 h 7245350"/>
              <a:gd name="connsiteX2" fmla="*/ 7245350 w 7245350"/>
              <a:gd name="connsiteY2" fmla="*/ 3622675 h 7245350"/>
              <a:gd name="connsiteX3" fmla="*/ 3622675 w 7245350"/>
              <a:gd name="connsiteY3" fmla="*/ 7245350 h 7245350"/>
              <a:gd name="connsiteX4" fmla="*/ 0 w 7245350"/>
              <a:gd name="connsiteY4" fmla="*/ 3622675 h 7245350"/>
              <a:gd name="connsiteX0" fmla="*/ 3622675 w 7245350"/>
              <a:gd name="connsiteY0" fmla="*/ 7245350 h 7336790"/>
              <a:gd name="connsiteX1" fmla="*/ 0 w 7245350"/>
              <a:gd name="connsiteY1" fmla="*/ 3622675 h 7336790"/>
              <a:gd name="connsiteX2" fmla="*/ 3622675 w 7245350"/>
              <a:gd name="connsiteY2" fmla="*/ 0 h 7336790"/>
              <a:gd name="connsiteX3" fmla="*/ 7245350 w 7245350"/>
              <a:gd name="connsiteY3" fmla="*/ 3622675 h 7336790"/>
              <a:gd name="connsiteX4" fmla="*/ 3714115 w 7245350"/>
              <a:gd name="connsiteY4" fmla="*/ 7336790 h 7336790"/>
              <a:gd name="connsiteX0" fmla="*/ 3622675 w 7245350"/>
              <a:gd name="connsiteY0" fmla="*/ 7245350 h 7245350"/>
              <a:gd name="connsiteX1" fmla="*/ 0 w 7245350"/>
              <a:gd name="connsiteY1" fmla="*/ 3622675 h 7245350"/>
              <a:gd name="connsiteX2" fmla="*/ 3622675 w 7245350"/>
              <a:gd name="connsiteY2" fmla="*/ 0 h 7245350"/>
              <a:gd name="connsiteX3" fmla="*/ 7245350 w 7245350"/>
              <a:gd name="connsiteY3" fmla="*/ 3622675 h 7245350"/>
              <a:gd name="connsiteX0" fmla="*/ 0 w 7245350"/>
              <a:gd name="connsiteY0" fmla="*/ 3622675 h 3622675"/>
              <a:gd name="connsiteX1" fmla="*/ 3622675 w 7245350"/>
              <a:gd name="connsiteY1" fmla="*/ 0 h 3622675"/>
              <a:gd name="connsiteX2" fmla="*/ 7245350 w 7245350"/>
              <a:gd name="connsiteY2" fmla="*/ 3622675 h 36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/>
          <a:ln w="254000">
            <a:solidFill>
              <a:srgbClr val="E5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5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CDC0B8B8-C581-7DE9-1364-BBD86FE6F569}"/>
              </a:ext>
            </a:extLst>
          </p:cNvPr>
          <p:cNvSpPr/>
          <p:nvPr userDrawn="1"/>
        </p:nvSpPr>
        <p:spPr>
          <a:xfrm>
            <a:off x="9117323" y="4426999"/>
            <a:ext cx="3732507" cy="1866254"/>
          </a:xfrm>
          <a:custGeom>
            <a:avLst/>
            <a:gdLst>
              <a:gd name="connsiteX0" fmla="*/ 0 w 7245350"/>
              <a:gd name="connsiteY0" fmla="*/ 3622675 h 7245350"/>
              <a:gd name="connsiteX1" fmla="*/ 3622675 w 7245350"/>
              <a:gd name="connsiteY1" fmla="*/ 0 h 7245350"/>
              <a:gd name="connsiteX2" fmla="*/ 7245350 w 7245350"/>
              <a:gd name="connsiteY2" fmla="*/ 3622675 h 7245350"/>
              <a:gd name="connsiteX3" fmla="*/ 3622675 w 7245350"/>
              <a:gd name="connsiteY3" fmla="*/ 7245350 h 7245350"/>
              <a:gd name="connsiteX4" fmla="*/ 0 w 7245350"/>
              <a:gd name="connsiteY4" fmla="*/ 3622675 h 7245350"/>
              <a:gd name="connsiteX0" fmla="*/ 3622675 w 7245350"/>
              <a:gd name="connsiteY0" fmla="*/ 7245350 h 7336790"/>
              <a:gd name="connsiteX1" fmla="*/ 0 w 7245350"/>
              <a:gd name="connsiteY1" fmla="*/ 3622675 h 7336790"/>
              <a:gd name="connsiteX2" fmla="*/ 3622675 w 7245350"/>
              <a:gd name="connsiteY2" fmla="*/ 0 h 7336790"/>
              <a:gd name="connsiteX3" fmla="*/ 7245350 w 7245350"/>
              <a:gd name="connsiteY3" fmla="*/ 3622675 h 7336790"/>
              <a:gd name="connsiteX4" fmla="*/ 3714115 w 7245350"/>
              <a:gd name="connsiteY4" fmla="*/ 7336790 h 7336790"/>
              <a:gd name="connsiteX0" fmla="*/ 3622675 w 7245350"/>
              <a:gd name="connsiteY0" fmla="*/ 7245350 h 7245350"/>
              <a:gd name="connsiteX1" fmla="*/ 0 w 7245350"/>
              <a:gd name="connsiteY1" fmla="*/ 3622675 h 7245350"/>
              <a:gd name="connsiteX2" fmla="*/ 3622675 w 7245350"/>
              <a:gd name="connsiteY2" fmla="*/ 0 h 7245350"/>
              <a:gd name="connsiteX3" fmla="*/ 7245350 w 7245350"/>
              <a:gd name="connsiteY3" fmla="*/ 3622675 h 7245350"/>
              <a:gd name="connsiteX0" fmla="*/ 0 w 7245350"/>
              <a:gd name="connsiteY0" fmla="*/ 3622675 h 3622675"/>
              <a:gd name="connsiteX1" fmla="*/ 3622675 w 7245350"/>
              <a:gd name="connsiteY1" fmla="*/ 0 h 3622675"/>
              <a:gd name="connsiteX2" fmla="*/ 7245350 w 7245350"/>
              <a:gd name="connsiteY2" fmla="*/ 3622675 h 36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/>
          <a:ln w="254000">
            <a:solidFill>
              <a:srgbClr val="E5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50" dirty="0"/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ED390AD9-2205-C167-E59C-988D787ED5E6}"/>
              </a:ext>
            </a:extLst>
          </p:cNvPr>
          <p:cNvSpPr/>
          <p:nvPr userDrawn="1"/>
        </p:nvSpPr>
        <p:spPr>
          <a:xfrm flipV="1">
            <a:off x="1652312" y="6300451"/>
            <a:ext cx="3732506" cy="1866254"/>
          </a:xfrm>
          <a:custGeom>
            <a:avLst/>
            <a:gdLst>
              <a:gd name="connsiteX0" fmla="*/ 0 w 7245350"/>
              <a:gd name="connsiteY0" fmla="*/ 3622675 h 7245350"/>
              <a:gd name="connsiteX1" fmla="*/ 3622675 w 7245350"/>
              <a:gd name="connsiteY1" fmla="*/ 0 h 7245350"/>
              <a:gd name="connsiteX2" fmla="*/ 7245350 w 7245350"/>
              <a:gd name="connsiteY2" fmla="*/ 3622675 h 7245350"/>
              <a:gd name="connsiteX3" fmla="*/ 3622675 w 7245350"/>
              <a:gd name="connsiteY3" fmla="*/ 7245350 h 7245350"/>
              <a:gd name="connsiteX4" fmla="*/ 0 w 7245350"/>
              <a:gd name="connsiteY4" fmla="*/ 3622675 h 7245350"/>
              <a:gd name="connsiteX0" fmla="*/ 3622675 w 7245350"/>
              <a:gd name="connsiteY0" fmla="*/ 7245350 h 7336790"/>
              <a:gd name="connsiteX1" fmla="*/ 0 w 7245350"/>
              <a:gd name="connsiteY1" fmla="*/ 3622675 h 7336790"/>
              <a:gd name="connsiteX2" fmla="*/ 3622675 w 7245350"/>
              <a:gd name="connsiteY2" fmla="*/ 0 h 7336790"/>
              <a:gd name="connsiteX3" fmla="*/ 7245350 w 7245350"/>
              <a:gd name="connsiteY3" fmla="*/ 3622675 h 7336790"/>
              <a:gd name="connsiteX4" fmla="*/ 3714115 w 7245350"/>
              <a:gd name="connsiteY4" fmla="*/ 7336790 h 7336790"/>
              <a:gd name="connsiteX0" fmla="*/ 3622675 w 7245350"/>
              <a:gd name="connsiteY0" fmla="*/ 7245350 h 7245350"/>
              <a:gd name="connsiteX1" fmla="*/ 0 w 7245350"/>
              <a:gd name="connsiteY1" fmla="*/ 3622675 h 7245350"/>
              <a:gd name="connsiteX2" fmla="*/ 3622675 w 7245350"/>
              <a:gd name="connsiteY2" fmla="*/ 0 h 7245350"/>
              <a:gd name="connsiteX3" fmla="*/ 7245350 w 7245350"/>
              <a:gd name="connsiteY3" fmla="*/ 3622675 h 7245350"/>
              <a:gd name="connsiteX0" fmla="*/ 0 w 7245350"/>
              <a:gd name="connsiteY0" fmla="*/ 3622675 h 3622675"/>
              <a:gd name="connsiteX1" fmla="*/ 3622675 w 7245350"/>
              <a:gd name="connsiteY1" fmla="*/ 0 h 3622675"/>
              <a:gd name="connsiteX2" fmla="*/ 7245350 w 7245350"/>
              <a:gd name="connsiteY2" fmla="*/ 3622675 h 36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/>
          <a:ln w="254000">
            <a:solidFill>
              <a:srgbClr val="BDD2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50" dirty="0"/>
          </a:p>
        </p:txBody>
      </p:sp>
      <p:sp>
        <p:nvSpPr>
          <p:cNvPr id="8" name="Овал 5">
            <a:extLst>
              <a:ext uri="{FF2B5EF4-FFF2-40B4-BE49-F238E27FC236}">
                <a16:creationId xmlns:a16="http://schemas.microsoft.com/office/drawing/2014/main" id="{BA6FA54B-8880-E34C-665B-406F3E088756}"/>
              </a:ext>
            </a:extLst>
          </p:cNvPr>
          <p:cNvSpPr/>
          <p:nvPr userDrawn="1"/>
        </p:nvSpPr>
        <p:spPr>
          <a:xfrm>
            <a:off x="5384818" y="4428468"/>
            <a:ext cx="3732506" cy="1866254"/>
          </a:xfrm>
          <a:custGeom>
            <a:avLst/>
            <a:gdLst>
              <a:gd name="connsiteX0" fmla="*/ 0 w 7245350"/>
              <a:gd name="connsiteY0" fmla="*/ 3622675 h 7245350"/>
              <a:gd name="connsiteX1" fmla="*/ 3622675 w 7245350"/>
              <a:gd name="connsiteY1" fmla="*/ 0 h 7245350"/>
              <a:gd name="connsiteX2" fmla="*/ 7245350 w 7245350"/>
              <a:gd name="connsiteY2" fmla="*/ 3622675 h 7245350"/>
              <a:gd name="connsiteX3" fmla="*/ 3622675 w 7245350"/>
              <a:gd name="connsiteY3" fmla="*/ 7245350 h 7245350"/>
              <a:gd name="connsiteX4" fmla="*/ 0 w 7245350"/>
              <a:gd name="connsiteY4" fmla="*/ 3622675 h 7245350"/>
              <a:gd name="connsiteX0" fmla="*/ 3622675 w 7245350"/>
              <a:gd name="connsiteY0" fmla="*/ 7245350 h 7336790"/>
              <a:gd name="connsiteX1" fmla="*/ 0 w 7245350"/>
              <a:gd name="connsiteY1" fmla="*/ 3622675 h 7336790"/>
              <a:gd name="connsiteX2" fmla="*/ 3622675 w 7245350"/>
              <a:gd name="connsiteY2" fmla="*/ 0 h 7336790"/>
              <a:gd name="connsiteX3" fmla="*/ 7245350 w 7245350"/>
              <a:gd name="connsiteY3" fmla="*/ 3622675 h 7336790"/>
              <a:gd name="connsiteX4" fmla="*/ 3714115 w 7245350"/>
              <a:gd name="connsiteY4" fmla="*/ 7336790 h 7336790"/>
              <a:gd name="connsiteX0" fmla="*/ 3622675 w 7245350"/>
              <a:gd name="connsiteY0" fmla="*/ 7245350 h 7245350"/>
              <a:gd name="connsiteX1" fmla="*/ 0 w 7245350"/>
              <a:gd name="connsiteY1" fmla="*/ 3622675 h 7245350"/>
              <a:gd name="connsiteX2" fmla="*/ 3622675 w 7245350"/>
              <a:gd name="connsiteY2" fmla="*/ 0 h 7245350"/>
              <a:gd name="connsiteX3" fmla="*/ 7245350 w 7245350"/>
              <a:gd name="connsiteY3" fmla="*/ 3622675 h 7245350"/>
              <a:gd name="connsiteX0" fmla="*/ 0 w 7245350"/>
              <a:gd name="connsiteY0" fmla="*/ 3622675 h 3622675"/>
              <a:gd name="connsiteX1" fmla="*/ 3622675 w 7245350"/>
              <a:gd name="connsiteY1" fmla="*/ 0 h 3622675"/>
              <a:gd name="connsiteX2" fmla="*/ 7245350 w 7245350"/>
              <a:gd name="connsiteY2" fmla="*/ 3622675 h 36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/>
          <a:ln w="254000">
            <a:solidFill>
              <a:srgbClr val="85C4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50" dirty="0"/>
          </a:p>
        </p:txBody>
      </p:sp>
      <p:sp>
        <p:nvSpPr>
          <p:cNvPr id="9" name="Овал 5">
            <a:extLst>
              <a:ext uri="{FF2B5EF4-FFF2-40B4-BE49-F238E27FC236}">
                <a16:creationId xmlns:a16="http://schemas.microsoft.com/office/drawing/2014/main" id="{B884B0E1-3871-EBD3-8876-3E0370B163D8}"/>
              </a:ext>
            </a:extLst>
          </p:cNvPr>
          <p:cNvSpPr/>
          <p:nvPr userDrawn="1"/>
        </p:nvSpPr>
        <p:spPr>
          <a:xfrm flipV="1">
            <a:off x="9117325" y="6300011"/>
            <a:ext cx="3732506" cy="1866254"/>
          </a:xfrm>
          <a:custGeom>
            <a:avLst/>
            <a:gdLst>
              <a:gd name="connsiteX0" fmla="*/ 0 w 7245350"/>
              <a:gd name="connsiteY0" fmla="*/ 3622675 h 7245350"/>
              <a:gd name="connsiteX1" fmla="*/ 3622675 w 7245350"/>
              <a:gd name="connsiteY1" fmla="*/ 0 h 7245350"/>
              <a:gd name="connsiteX2" fmla="*/ 7245350 w 7245350"/>
              <a:gd name="connsiteY2" fmla="*/ 3622675 h 7245350"/>
              <a:gd name="connsiteX3" fmla="*/ 3622675 w 7245350"/>
              <a:gd name="connsiteY3" fmla="*/ 7245350 h 7245350"/>
              <a:gd name="connsiteX4" fmla="*/ 0 w 7245350"/>
              <a:gd name="connsiteY4" fmla="*/ 3622675 h 7245350"/>
              <a:gd name="connsiteX0" fmla="*/ 3622675 w 7245350"/>
              <a:gd name="connsiteY0" fmla="*/ 7245350 h 7336790"/>
              <a:gd name="connsiteX1" fmla="*/ 0 w 7245350"/>
              <a:gd name="connsiteY1" fmla="*/ 3622675 h 7336790"/>
              <a:gd name="connsiteX2" fmla="*/ 3622675 w 7245350"/>
              <a:gd name="connsiteY2" fmla="*/ 0 h 7336790"/>
              <a:gd name="connsiteX3" fmla="*/ 7245350 w 7245350"/>
              <a:gd name="connsiteY3" fmla="*/ 3622675 h 7336790"/>
              <a:gd name="connsiteX4" fmla="*/ 3714115 w 7245350"/>
              <a:gd name="connsiteY4" fmla="*/ 7336790 h 7336790"/>
              <a:gd name="connsiteX0" fmla="*/ 3622675 w 7245350"/>
              <a:gd name="connsiteY0" fmla="*/ 7245350 h 7245350"/>
              <a:gd name="connsiteX1" fmla="*/ 0 w 7245350"/>
              <a:gd name="connsiteY1" fmla="*/ 3622675 h 7245350"/>
              <a:gd name="connsiteX2" fmla="*/ 3622675 w 7245350"/>
              <a:gd name="connsiteY2" fmla="*/ 0 h 7245350"/>
              <a:gd name="connsiteX3" fmla="*/ 7245350 w 7245350"/>
              <a:gd name="connsiteY3" fmla="*/ 3622675 h 7245350"/>
              <a:gd name="connsiteX0" fmla="*/ 0 w 7245350"/>
              <a:gd name="connsiteY0" fmla="*/ 3622675 h 3622675"/>
              <a:gd name="connsiteX1" fmla="*/ 3622675 w 7245350"/>
              <a:gd name="connsiteY1" fmla="*/ 0 h 3622675"/>
              <a:gd name="connsiteX2" fmla="*/ 7245350 w 7245350"/>
              <a:gd name="connsiteY2" fmla="*/ 3622675 h 36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/>
          <a:ln w="254000">
            <a:solidFill>
              <a:srgbClr val="65B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50" dirty="0"/>
          </a:p>
        </p:txBody>
      </p:sp>
      <p:sp>
        <p:nvSpPr>
          <p:cNvPr id="10" name="Овал 5">
            <a:extLst>
              <a:ext uri="{FF2B5EF4-FFF2-40B4-BE49-F238E27FC236}">
                <a16:creationId xmlns:a16="http://schemas.microsoft.com/office/drawing/2014/main" id="{2C6CFD11-C853-95B8-0511-DBAC4699F201}"/>
              </a:ext>
            </a:extLst>
          </p:cNvPr>
          <p:cNvSpPr/>
          <p:nvPr userDrawn="1"/>
        </p:nvSpPr>
        <p:spPr>
          <a:xfrm>
            <a:off x="12849831" y="4433757"/>
            <a:ext cx="3732506" cy="1866254"/>
          </a:xfrm>
          <a:custGeom>
            <a:avLst/>
            <a:gdLst>
              <a:gd name="connsiteX0" fmla="*/ 0 w 7245350"/>
              <a:gd name="connsiteY0" fmla="*/ 3622675 h 7245350"/>
              <a:gd name="connsiteX1" fmla="*/ 3622675 w 7245350"/>
              <a:gd name="connsiteY1" fmla="*/ 0 h 7245350"/>
              <a:gd name="connsiteX2" fmla="*/ 7245350 w 7245350"/>
              <a:gd name="connsiteY2" fmla="*/ 3622675 h 7245350"/>
              <a:gd name="connsiteX3" fmla="*/ 3622675 w 7245350"/>
              <a:gd name="connsiteY3" fmla="*/ 7245350 h 7245350"/>
              <a:gd name="connsiteX4" fmla="*/ 0 w 7245350"/>
              <a:gd name="connsiteY4" fmla="*/ 3622675 h 7245350"/>
              <a:gd name="connsiteX0" fmla="*/ 3622675 w 7245350"/>
              <a:gd name="connsiteY0" fmla="*/ 7245350 h 7336790"/>
              <a:gd name="connsiteX1" fmla="*/ 0 w 7245350"/>
              <a:gd name="connsiteY1" fmla="*/ 3622675 h 7336790"/>
              <a:gd name="connsiteX2" fmla="*/ 3622675 w 7245350"/>
              <a:gd name="connsiteY2" fmla="*/ 0 h 7336790"/>
              <a:gd name="connsiteX3" fmla="*/ 7245350 w 7245350"/>
              <a:gd name="connsiteY3" fmla="*/ 3622675 h 7336790"/>
              <a:gd name="connsiteX4" fmla="*/ 3714115 w 7245350"/>
              <a:gd name="connsiteY4" fmla="*/ 7336790 h 7336790"/>
              <a:gd name="connsiteX0" fmla="*/ 3622675 w 7245350"/>
              <a:gd name="connsiteY0" fmla="*/ 7245350 h 7245350"/>
              <a:gd name="connsiteX1" fmla="*/ 0 w 7245350"/>
              <a:gd name="connsiteY1" fmla="*/ 3622675 h 7245350"/>
              <a:gd name="connsiteX2" fmla="*/ 3622675 w 7245350"/>
              <a:gd name="connsiteY2" fmla="*/ 0 h 7245350"/>
              <a:gd name="connsiteX3" fmla="*/ 7245350 w 7245350"/>
              <a:gd name="connsiteY3" fmla="*/ 3622675 h 7245350"/>
              <a:gd name="connsiteX0" fmla="*/ 0 w 7245350"/>
              <a:gd name="connsiteY0" fmla="*/ 3622675 h 3622675"/>
              <a:gd name="connsiteX1" fmla="*/ 3622675 w 7245350"/>
              <a:gd name="connsiteY1" fmla="*/ 0 h 3622675"/>
              <a:gd name="connsiteX2" fmla="*/ 7245350 w 7245350"/>
              <a:gd name="connsiteY2" fmla="*/ 3622675 h 36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/>
          <a:ln w="254000">
            <a:solidFill>
              <a:srgbClr val="00AE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50" dirty="0"/>
          </a:p>
        </p:txBody>
      </p:sp>
      <p:sp>
        <p:nvSpPr>
          <p:cNvPr id="15" name="Espace réservé du texte 31">
            <a:extLst>
              <a:ext uri="{FF2B5EF4-FFF2-40B4-BE49-F238E27FC236}">
                <a16:creationId xmlns:a16="http://schemas.microsoft.com/office/drawing/2014/main" id="{55AD2DF0-A8D0-AFAE-A3D2-1B92176C0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71728"/>
            <a:ext cx="18288000" cy="86618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6" name="Espace réservé du texte 33">
            <a:extLst>
              <a:ext uri="{FF2B5EF4-FFF2-40B4-BE49-F238E27FC236}">
                <a16:creationId xmlns:a16="http://schemas.microsoft.com/office/drawing/2014/main" id="{ECA2492C-D8BB-D904-2D4D-B38BAA8C7F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271587"/>
            <a:ext cx="18288000" cy="147173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7" name="Espace réservé du texte 49">
            <a:extLst>
              <a:ext uri="{FF2B5EF4-FFF2-40B4-BE49-F238E27FC236}">
                <a16:creationId xmlns:a16="http://schemas.microsoft.com/office/drawing/2014/main" id="{31892994-BE0F-6B13-AD9E-B89566A67A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5172" y="5387324"/>
            <a:ext cx="3646488" cy="102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8" name="Espace réservé du texte 60">
            <a:extLst>
              <a:ext uri="{FF2B5EF4-FFF2-40B4-BE49-F238E27FC236}">
                <a16:creationId xmlns:a16="http://schemas.microsoft.com/office/drawing/2014/main" id="{18739F19-0CB8-5C08-D5D6-EEC1FE131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95173" y="6515141"/>
            <a:ext cx="3646487" cy="16443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9" name="Espace réservé du texte 49">
            <a:extLst>
              <a:ext uri="{FF2B5EF4-FFF2-40B4-BE49-F238E27FC236}">
                <a16:creationId xmlns:a16="http://schemas.microsoft.com/office/drawing/2014/main" id="{2718F088-AF8E-B214-8EE4-373E0EA943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41672" y="5387324"/>
            <a:ext cx="3646488" cy="102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marL="0" marR="0" lvl="0" indent="0" algn="ctr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Text</a:t>
            </a:r>
            <a:endParaRPr lang="fr-FR" dirty="0"/>
          </a:p>
          <a:p>
            <a:pPr lvl="0"/>
            <a:endParaRPr lang="fr-FR" dirty="0"/>
          </a:p>
        </p:txBody>
      </p:sp>
      <p:sp>
        <p:nvSpPr>
          <p:cNvPr id="20" name="Espace réservé du texte 60">
            <a:extLst>
              <a:ext uri="{FF2B5EF4-FFF2-40B4-BE49-F238E27FC236}">
                <a16:creationId xmlns:a16="http://schemas.microsoft.com/office/drawing/2014/main" id="{BDF9BA1F-03B2-E8E5-3DE1-3DCAE5CD95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1673" y="6515141"/>
            <a:ext cx="3646487" cy="16443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1" name="Espace réservé du texte 49">
            <a:extLst>
              <a:ext uri="{FF2B5EF4-FFF2-40B4-BE49-F238E27FC236}">
                <a16:creationId xmlns:a16="http://schemas.microsoft.com/office/drawing/2014/main" id="{139255DC-6A19-A1F9-FC63-8F133051E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56390" y="5387324"/>
            <a:ext cx="3646488" cy="102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marL="0" marR="0" lvl="0" indent="0" algn="ctr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Text</a:t>
            </a:r>
            <a:endParaRPr lang="fr-FR" dirty="0"/>
          </a:p>
          <a:p>
            <a:pPr lvl="0"/>
            <a:endParaRPr lang="fr-FR" dirty="0"/>
          </a:p>
        </p:txBody>
      </p:sp>
      <p:sp>
        <p:nvSpPr>
          <p:cNvPr id="22" name="Espace réservé du texte 60">
            <a:extLst>
              <a:ext uri="{FF2B5EF4-FFF2-40B4-BE49-F238E27FC236}">
                <a16:creationId xmlns:a16="http://schemas.microsoft.com/office/drawing/2014/main" id="{0DD75BE3-CAD0-0398-F85E-1464740A9D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56391" y="6515141"/>
            <a:ext cx="3646487" cy="16443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3" name="Espace réservé du texte 49">
            <a:extLst>
              <a:ext uri="{FF2B5EF4-FFF2-40B4-BE49-F238E27FC236}">
                <a16:creationId xmlns:a16="http://schemas.microsoft.com/office/drawing/2014/main" id="{6D2E261B-B10D-198A-DBCE-57C7826E8C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902894" y="5387324"/>
            <a:ext cx="3646488" cy="102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/>
            </a:lvl2pPr>
          </a:lstStyle>
          <a:p>
            <a:pPr marL="0" marR="0" lvl="0" indent="0" algn="ctr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4" name="Espace réservé du texte 60">
            <a:extLst>
              <a:ext uri="{FF2B5EF4-FFF2-40B4-BE49-F238E27FC236}">
                <a16:creationId xmlns:a16="http://schemas.microsoft.com/office/drawing/2014/main" id="{4308DA41-7584-4198-7FD6-FDC720B02E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02895" y="6515141"/>
            <a:ext cx="3646487" cy="16443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1196511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Прямая соединительная линия 32">
            <a:extLst>
              <a:ext uri="{FF2B5EF4-FFF2-40B4-BE49-F238E27FC236}">
                <a16:creationId xmlns:a16="http://schemas.microsoft.com/office/drawing/2014/main" id="{227ED966-AC14-A8C5-F54B-6231DE6C1770}"/>
              </a:ext>
            </a:extLst>
          </p:cNvPr>
          <p:cNvCxnSpPr>
            <a:cxnSpLocks/>
          </p:cNvCxnSpPr>
          <p:nvPr userDrawn="1"/>
        </p:nvCxnSpPr>
        <p:spPr>
          <a:xfrm flipV="1">
            <a:off x="2927182" y="6513095"/>
            <a:ext cx="0" cy="533386"/>
          </a:xfrm>
          <a:prstGeom prst="line">
            <a:avLst/>
          </a:prstGeom>
          <a:ln w="5715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65">
            <a:extLst>
              <a:ext uri="{FF2B5EF4-FFF2-40B4-BE49-F238E27FC236}">
                <a16:creationId xmlns:a16="http://schemas.microsoft.com/office/drawing/2014/main" id="{0722B2CD-F12D-B7D4-D2D5-75244D15051F}"/>
              </a:ext>
            </a:extLst>
          </p:cNvPr>
          <p:cNvCxnSpPr>
            <a:cxnSpLocks/>
          </p:cNvCxnSpPr>
          <p:nvPr userDrawn="1"/>
        </p:nvCxnSpPr>
        <p:spPr>
          <a:xfrm flipV="1">
            <a:off x="7046550" y="6513095"/>
            <a:ext cx="0" cy="533386"/>
          </a:xfrm>
          <a:prstGeom prst="line">
            <a:avLst/>
          </a:prstGeom>
          <a:ln w="5715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73">
            <a:extLst>
              <a:ext uri="{FF2B5EF4-FFF2-40B4-BE49-F238E27FC236}">
                <a16:creationId xmlns:a16="http://schemas.microsoft.com/office/drawing/2014/main" id="{FE87931C-C969-B5A1-F8C4-82C734A2821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165918" y="6513095"/>
            <a:ext cx="0" cy="533386"/>
          </a:xfrm>
          <a:prstGeom prst="line">
            <a:avLst/>
          </a:prstGeom>
          <a:ln w="5715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81">
            <a:extLst>
              <a:ext uri="{FF2B5EF4-FFF2-40B4-BE49-F238E27FC236}">
                <a16:creationId xmlns:a16="http://schemas.microsoft.com/office/drawing/2014/main" id="{A90303FE-4FA4-E541-9695-1F23861FA5E3}"/>
              </a:ext>
            </a:extLst>
          </p:cNvPr>
          <p:cNvCxnSpPr>
            <a:cxnSpLocks/>
          </p:cNvCxnSpPr>
          <p:nvPr userDrawn="1"/>
        </p:nvCxnSpPr>
        <p:spPr>
          <a:xfrm flipV="1">
            <a:off x="15285286" y="6513095"/>
            <a:ext cx="0" cy="533386"/>
          </a:xfrm>
          <a:prstGeom prst="line">
            <a:avLst/>
          </a:prstGeom>
          <a:ln w="57150">
            <a:solidFill>
              <a:srgbClr val="BDD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space réservé du texte 6">
            <a:extLst>
              <a:ext uri="{FF2B5EF4-FFF2-40B4-BE49-F238E27FC236}">
                <a16:creationId xmlns:a16="http://schemas.microsoft.com/office/drawing/2014/main" id="{487F0A4A-0F23-1F0B-ECDE-0F8DD06CF4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6982" y="733286"/>
            <a:ext cx="15557668" cy="8994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  <a:lvl2pPr marL="685800" indent="0">
              <a:buNone/>
              <a:defRPr sz="6000">
                <a:latin typeface="Century Gothic" panose="020B0502020202020204" pitchFamily="34" charset="0"/>
              </a:defRPr>
            </a:lvl2pPr>
            <a:lvl3pPr marL="1371600" indent="0">
              <a:buNone/>
              <a:defRPr sz="6000">
                <a:latin typeface="Century Gothic" panose="020B0502020202020204" pitchFamily="34" charset="0"/>
              </a:defRPr>
            </a:lvl3pPr>
            <a:lvl4pPr marL="2057400" indent="0">
              <a:buNone/>
              <a:defRPr sz="6000">
                <a:latin typeface="Century Gothic" panose="020B0502020202020204" pitchFamily="34" charset="0"/>
              </a:defRPr>
            </a:lvl4pPr>
            <a:lvl5pPr marL="2743200" indent="0">
              <a:buNone/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42" name="Espace réservé du texte 8">
            <a:extLst>
              <a:ext uri="{FF2B5EF4-FFF2-40B4-BE49-F238E27FC236}">
                <a16:creationId xmlns:a16="http://schemas.microsoft.com/office/drawing/2014/main" id="{28E3A65F-95C8-F1A1-8AEE-C9EE957D7C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6981" y="1790146"/>
            <a:ext cx="15557667" cy="8994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44" name="Espace réservé pour une image  43">
            <a:extLst>
              <a:ext uri="{FF2B5EF4-FFF2-40B4-BE49-F238E27FC236}">
                <a16:creationId xmlns:a16="http://schemas.microsoft.com/office/drawing/2014/main" id="{C57477BC-BE17-131F-089E-806E000A69D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26982" y="3383625"/>
            <a:ext cx="3200400" cy="3450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45" name="Espace réservé pour une image  43">
            <a:extLst>
              <a:ext uri="{FF2B5EF4-FFF2-40B4-BE49-F238E27FC236}">
                <a16:creationId xmlns:a16="http://schemas.microsoft.com/office/drawing/2014/main" id="{C6427C34-68A6-809A-A902-36EE4C0A76C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46350" y="3383625"/>
            <a:ext cx="3200400" cy="3450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46" name="Espace réservé pour une image  43">
            <a:extLst>
              <a:ext uri="{FF2B5EF4-FFF2-40B4-BE49-F238E27FC236}">
                <a16:creationId xmlns:a16="http://schemas.microsoft.com/office/drawing/2014/main" id="{E697A418-2A60-FB8E-AA4E-A4FC674FEAF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65718" y="3383625"/>
            <a:ext cx="3200400" cy="3450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47" name="Espace réservé pour une image  43">
            <a:extLst>
              <a:ext uri="{FF2B5EF4-FFF2-40B4-BE49-F238E27FC236}">
                <a16:creationId xmlns:a16="http://schemas.microsoft.com/office/drawing/2014/main" id="{A456DC07-BCF7-630F-48F8-12C30F1174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3685086" y="3383625"/>
            <a:ext cx="3200400" cy="3450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48" name="Espace réservé du texte 9">
            <a:extLst>
              <a:ext uri="{FF2B5EF4-FFF2-40B4-BE49-F238E27FC236}">
                <a16:creationId xmlns:a16="http://schemas.microsoft.com/office/drawing/2014/main" id="{C17194B7-296D-3ED6-E8A5-1F3CB7EFBD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26982" y="7103439"/>
            <a:ext cx="3200400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00EAACA3-A499-28D5-64BB-3DEE5D766C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26982" y="7765567"/>
            <a:ext cx="3200400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1ADE9B35-4C7E-EA6A-6CA0-74FD44D01C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46350" y="7103439"/>
            <a:ext cx="3200400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1" name="Espace réservé du texte 9">
            <a:extLst>
              <a:ext uri="{FF2B5EF4-FFF2-40B4-BE49-F238E27FC236}">
                <a16:creationId xmlns:a16="http://schemas.microsoft.com/office/drawing/2014/main" id="{7818EA5E-661C-EEE0-90EC-4056F4B452C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46350" y="7765567"/>
            <a:ext cx="3200400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52" name="Espace réservé du texte 9">
            <a:extLst>
              <a:ext uri="{FF2B5EF4-FFF2-40B4-BE49-F238E27FC236}">
                <a16:creationId xmlns:a16="http://schemas.microsoft.com/office/drawing/2014/main" id="{0480FDD6-7ED3-2D25-C0DB-3E9D0CCF89A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5718" y="7103439"/>
            <a:ext cx="3200400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1A4CDD4A-61DA-493C-4095-BB9B510E43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5718" y="7765567"/>
            <a:ext cx="3200400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54" name="Espace réservé du texte 9">
            <a:extLst>
              <a:ext uri="{FF2B5EF4-FFF2-40B4-BE49-F238E27FC236}">
                <a16:creationId xmlns:a16="http://schemas.microsoft.com/office/drawing/2014/main" id="{1A6A359A-6844-A7E2-5B78-37DFD0AE8D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685086" y="7103439"/>
            <a:ext cx="3200400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371600" rtl="0" eaLnBrk="1" fontAlgn="auto" latinLnBrk="0" hangingPunct="1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70A7C822-1EF5-894B-E66D-EBCF982987A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685086" y="7765567"/>
            <a:ext cx="3200400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3893785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37">
            <a:extLst>
              <a:ext uri="{FF2B5EF4-FFF2-40B4-BE49-F238E27FC236}">
                <a16:creationId xmlns:a16="http://schemas.microsoft.com/office/drawing/2014/main" id="{6F55EEE2-80EE-AA64-D142-155CFF5CF9AF}"/>
              </a:ext>
            </a:extLst>
          </p:cNvPr>
          <p:cNvSpPr/>
          <p:nvPr userDrawn="1"/>
        </p:nvSpPr>
        <p:spPr>
          <a:xfrm>
            <a:off x="0" y="0"/>
            <a:ext cx="6591301" cy="10288588"/>
          </a:xfrm>
          <a:custGeom>
            <a:avLst/>
            <a:gdLst>
              <a:gd name="connsiteX0" fmla="*/ 0 w 6591301"/>
              <a:gd name="connsiteY0" fmla="*/ 0 h 10288588"/>
              <a:gd name="connsiteX1" fmla="*/ 6591301 w 6591301"/>
              <a:gd name="connsiteY1" fmla="*/ 0 h 10288588"/>
              <a:gd name="connsiteX2" fmla="*/ 6591301 w 6591301"/>
              <a:gd name="connsiteY2" fmla="*/ 1005431 h 10288588"/>
              <a:gd name="connsiteX3" fmla="*/ 1085849 w 6591301"/>
              <a:gd name="connsiteY3" fmla="*/ 1005431 h 10288588"/>
              <a:gd name="connsiteX4" fmla="*/ 1085849 w 6591301"/>
              <a:gd name="connsiteY4" fmla="*/ 9283158 h 10288588"/>
              <a:gd name="connsiteX5" fmla="*/ 6591301 w 6591301"/>
              <a:gd name="connsiteY5" fmla="*/ 9283158 h 10288588"/>
              <a:gd name="connsiteX6" fmla="*/ 6591301 w 6591301"/>
              <a:gd name="connsiteY6" fmla="*/ 10288588 h 10288588"/>
              <a:gd name="connsiteX7" fmla="*/ 0 w 6591301"/>
              <a:gd name="connsiteY7" fmla="*/ 10288588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91301" h="10288588">
                <a:moveTo>
                  <a:pt x="0" y="0"/>
                </a:moveTo>
                <a:lnTo>
                  <a:pt x="6591301" y="0"/>
                </a:lnTo>
                <a:lnTo>
                  <a:pt x="6591301" y="1005431"/>
                </a:lnTo>
                <a:lnTo>
                  <a:pt x="1085849" y="1005431"/>
                </a:lnTo>
                <a:lnTo>
                  <a:pt x="1085849" y="9283158"/>
                </a:lnTo>
                <a:lnTo>
                  <a:pt x="6591301" y="9283158"/>
                </a:lnTo>
                <a:lnTo>
                  <a:pt x="6591301" y="10288588"/>
                </a:lnTo>
                <a:lnTo>
                  <a:pt x="0" y="10288588"/>
                </a:lnTo>
                <a:close/>
              </a:path>
            </a:pathLst>
          </a:cu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13">
            <a:extLst>
              <a:ext uri="{FF2B5EF4-FFF2-40B4-BE49-F238E27FC236}">
                <a16:creationId xmlns:a16="http://schemas.microsoft.com/office/drawing/2014/main" id="{6CE1170B-BD77-FFC6-65D6-981B2213BF69}"/>
              </a:ext>
            </a:extLst>
          </p:cNvPr>
          <p:cNvCxnSpPr/>
          <p:nvPr userDrawn="1"/>
        </p:nvCxnSpPr>
        <p:spPr>
          <a:xfrm>
            <a:off x="6824858" y="2660650"/>
            <a:ext cx="0" cy="50876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24">
            <a:extLst>
              <a:ext uri="{FF2B5EF4-FFF2-40B4-BE49-F238E27FC236}">
                <a16:creationId xmlns:a16="http://schemas.microsoft.com/office/drawing/2014/main" id="{BE0360AA-5E4C-FFFD-62D0-FC10110AB9BC}"/>
              </a:ext>
            </a:extLst>
          </p:cNvPr>
          <p:cNvCxnSpPr/>
          <p:nvPr userDrawn="1"/>
        </p:nvCxnSpPr>
        <p:spPr>
          <a:xfrm>
            <a:off x="12540902" y="2660650"/>
            <a:ext cx="0" cy="50876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Espace réservé du texte 9">
            <a:extLst>
              <a:ext uri="{FF2B5EF4-FFF2-40B4-BE49-F238E27FC236}">
                <a16:creationId xmlns:a16="http://schemas.microsoft.com/office/drawing/2014/main" id="{55313844-D732-1C51-0DAC-0285F749B9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24858" y="3378379"/>
            <a:ext cx="5716039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63FA63C2-9A70-F3C3-FF56-A6C7F30ECD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24858" y="4040507"/>
            <a:ext cx="5716039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56" name="Espace réservé du texte 9">
            <a:extLst>
              <a:ext uri="{FF2B5EF4-FFF2-40B4-BE49-F238E27FC236}">
                <a16:creationId xmlns:a16="http://schemas.microsoft.com/office/drawing/2014/main" id="{2A16018E-8F53-22D6-B772-79CC8B2812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24858" y="2304789"/>
            <a:ext cx="5716039" cy="9823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2.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CE6B7DCC-9DD6-F4D0-E472-00336A4CA3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08814" y="3378379"/>
            <a:ext cx="5716039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8" name="Espace réservé du texte 9">
            <a:extLst>
              <a:ext uri="{FF2B5EF4-FFF2-40B4-BE49-F238E27FC236}">
                <a16:creationId xmlns:a16="http://schemas.microsoft.com/office/drawing/2014/main" id="{97098979-E8FC-75E5-7AC0-1F72D45085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08814" y="4040507"/>
            <a:ext cx="5716039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59" name="Espace réservé du texte 9">
            <a:extLst>
              <a:ext uri="{FF2B5EF4-FFF2-40B4-BE49-F238E27FC236}">
                <a16:creationId xmlns:a16="http://schemas.microsoft.com/office/drawing/2014/main" id="{8E41EE31-EEB4-B54E-E0D1-D89A10462A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8814" y="2304789"/>
            <a:ext cx="5716039" cy="9823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1.</a:t>
            </a:r>
          </a:p>
        </p:txBody>
      </p:sp>
      <p:sp>
        <p:nvSpPr>
          <p:cNvPr id="60" name="Espace réservé du texte 9">
            <a:extLst>
              <a:ext uri="{FF2B5EF4-FFF2-40B4-BE49-F238E27FC236}">
                <a16:creationId xmlns:a16="http://schemas.microsoft.com/office/drawing/2014/main" id="{BFA23948-FEA7-863D-7818-4D850EBBF3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40897" y="3378379"/>
            <a:ext cx="5716039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1" name="Espace réservé du texte 9">
            <a:extLst>
              <a:ext uri="{FF2B5EF4-FFF2-40B4-BE49-F238E27FC236}">
                <a16:creationId xmlns:a16="http://schemas.microsoft.com/office/drawing/2014/main" id="{1807A90C-4064-96E3-DFE4-C45F437E02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540897" y="4040507"/>
            <a:ext cx="5716039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62" name="Espace réservé du texte 9">
            <a:extLst>
              <a:ext uri="{FF2B5EF4-FFF2-40B4-BE49-F238E27FC236}">
                <a16:creationId xmlns:a16="http://schemas.microsoft.com/office/drawing/2014/main" id="{7EC75DBD-20B7-93ED-1F33-E6210B85B0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540897" y="2304789"/>
            <a:ext cx="5716039" cy="9823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3.</a:t>
            </a:r>
          </a:p>
        </p:txBody>
      </p:sp>
      <p:sp>
        <p:nvSpPr>
          <p:cNvPr id="63" name="Espace réservé du texte 9">
            <a:extLst>
              <a:ext uri="{FF2B5EF4-FFF2-40B4-BE49-F238E27FC236}">
                <a16:creationId xmlns:a16="http://schemas.microsoft.com/office/drawing/2014/main" id="{F170754F-1A3E-6346-3194-D636676122C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24858" y="6597852"/>
            <a:ext cx="5716039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4" name="Espace réservé du texte 9">
            <a:extLst>
              <a:ext uri="{FF2B5EF4-FFF2-40B4-BE49-F238E27FC236}">
                <a16:creationId xmlns:a16="http://schemas.microsoft.com/office/drawing/2014/main" id="{C271458F-69FA-9248-92DF-A4C98DDBF78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24858" y="7259980"/>
            <a:ext cx="5716039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65" name="Espace réservé du texte 9">
            <a:extLst>
              <a:ext uri="{FF2B5EF4-FFF2-40B4-BE49-F238E27FC236}">
                <a16:creationId xmlns:a16="http://schemas.microsoft.com/office/drawing/2014/main" id="{7F4D2202-E52E-4CB6-263B-AC07A35F7A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24858" y="5524262"/>
            <a:ext cx="5716039" cy="9823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5.</a:t>
            </a:r>
          </a:p>
        </p:txBody>
      </p:sp>
      <p:sp>
        <p:nvSpPr>
          <p:cNvPr id="66" name="Espace réservé du texte 9">
            <a:extLst>
              <a:ext uri="{FF2B5EF4-FFF2-40B4-BE49-F238E27FC236}">
                <a16:creationId xmlns:a16="http://schemas.microsoft.com/office/drawing/2014/main" id="{2D4F5A3B-1BE8-A6F6-877E-D63F8B8E30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08814" y="6597852"/>
            <a:ext cx="5716039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7" name="Espace réservé du texte 9">
            <a:extLst>
              <a:ext uri="{FF2B5EF4-FFF2-40B4-BE49-F238E27FC236}">
                <a16:creationId xmlns:a16="http://schemas.microsoft.com/office/drawing/2014/main" id="{9CB7C4EB-C65D-8B76-78BB-B8E4C9CBB0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08814" y="7259980"/>
            <a:ext cx="5716039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68" name="Espace réservé du texte 9">
            <a:extLst>
              <a:ext uri="{FF2B5EF4-FFF2-40B4-BE49-F238E27FC236}">
                <a16:creationId xmlns:a16="http://schemas.microsoft.com/office/drawing/2014/main" id="{97BD557A-437B-7E20-8D9E-44ADBA8CCC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8814" y="5524262"/>
            <a:ext cx="5716039" cy="9823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4.</a:t>
            </a:r>
          </a:p>
        </p:txBody>
      </p:sp>
      <p:sp>
        <p:nvSpPr>
          <p:cNvPr id="69" name="Espace réservé du texte 9">
            <a:extLst>
              <a:ext uri="{FF2B5EF4-FFF2-40B4-BE49-F238E27FC236}">
                <a16:creationId xmlns:a16="http://schemas.microsoft.com/office/drawing/2014/main" id="{28084581-06D3-7B85-B238-C671CC8002A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540897" y="6597852"/>
            <a:ext cx="5716039" cy="5351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70" name="Espace réservé du texte 9">
            <a:extLst>
              <a:ext uri="{FF2B5EF4-FFF2-40B4-BE49-F238E27FC236}">
                <a16:creationId xmlns:a16="http://schemas.microsoft.com/office/drawing/2014/main" id="{FD5DCC87-0CC3-8871-DB05-79CDBD5FC1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540897" y="7259980"/>
            <a:ext cx="5716039" cy="149116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71" name="Espace réservé du texte 9">
            <a:extLst>
              <a:ext uri="{FF2B5EF4-FFF2-40B4-BE49-F238E27FC236}">
                <a16:creationId xmlns:a16="http://schemas.microsoft.com/office/drawing/2014/main" id="{156C6021-48D6-C0FD-7F34-56D1926C02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540897" y="5524262"/>
            <a:ext cx="5716039" cy="9823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431135760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565944DB-5FBE-39CE-A3C6-DD65194B4C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561382"/>
            <a:ext cx="18288000" cy="8587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3" name="Espace réservé du texte 33">
            <a:extLst>
              <a:ext uri="{FF2B5EF4-FFF2-40B4-BE49-F238E27FC236}">
                <a16:creationId xmlns:a16="http://schemas.microsoft.com/office/drawing/2014/main" id="{0877B59B-EE82-6B9D-72B8-7E81C1D846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562169"/>
            <a:ext cx="18288000" cy="56890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4" name="Espace réservé pour une image  45">
            <a:extLst>
              <a:ext uri="{FF2B5EF4-FFF2-40B4-BE49-F238E27FC236}">
                <a16:creationId xmlns:a16="http://schemas.microsoft.com/office/drawing/2014/main" id="{4866FFFD-F674-D01F-A308-2A6757B144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6833" y="6426200"/>
            <a:ext cx="5318125" cy="35956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5" name="Прямоугольник 12">
            <a:extLst>
              <a:ext uri="{FF2B5EF4-FFF2-40B4-BE49-F238E27FC236}">
                <a16:creationId xmlns:a16="http://schemas.microsoft.com/office/drawing/2014/main" id="{28DBDFC2-2191-A989-5606-CC3BFEC844A5}"/>
              </a:ext>
            </a:extLst>
          </p:cNvPr>
          <p:cNvSpPr/>
          <p:nvPr userDrawn="1"/>
        </p:nvSpPr>
        <p:spPr>
          <a:xfrm>
            <a:off x="6481761" y="2483538"/>
            <a:ext cx="5318126" cy="3595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24">
            <a:extLst>
              <a:ext uri="{FF2B5EF4-FFF2-40B4-BE49-F238E27FC236}">
                <a16:creationId xmlns:a16="http://schemas.microsoft.com/office/drawing/2014/main" id="{0EB79AED-89FD-62A6-6411-8A5564681B8C}"/>
              </a:ext>
            </a:extLst>
          </p:cNvPr>
          <p:cNvSpPr/>
          <p:nvPr userDrawn="1"/>
        </p:nvSpPr>
        <p:spPr>
          <a:xfrm>
            <a:off x="856913" y="6430310"/>
            <a:ext cx="5329410" cy="3595688"/>
          </a:xfrm>
          <a:prstGeom prst="rect">
            <a:avLst/>
          </a:prstGeom>
          <a:solidFill>
            <a:srgbClr val="00A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ru-RU" dirty="0"/>
          </a:p>
        </p:txBody>
      </p:sp>
      <p:sp>
        <p:nvSpPr>
          <p:cNvPr id="7" name="Прямоугольник 26">
            <a:extLst>
              <a:ext uri="{FF2B5EF4-FFF2-40B4-BE49-F238E27FC236}">
                <a16:creationId xmlns:a16="http://schemas.microsoft.com/office/drawing/2014/main" id="{4DC358E6-DB45-D391-6437-3DD0689C34B3}"/>
              </a:ext>
            </a:extLst>
          </p:cNvPr>
          <p:cNvSpPr/>
          <p:nvPr userDrawn="1"/>
        </p:nvSpPr>
        <p:spPr>
          <a:xfrm>
            <a:off x="12093573" y="6426887"/>
            <a:ext cx="5318126" cy="1658333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ru-RU"/>
          </a:p>
        </p:txBody>
      </p:sp>
      <p:sp>
        <p:nvSpPr>
          <p:cNvPr id="8" name="Прямоугольник 26">
            <a:extLst>
              <a:ext uri="{FF2B5EF4-FFF2-40B4-BE49-F238E27FC236}">
                <a16:creationId xmlns:a16="http://schemas.microsoft.com/office/drawing/2014/main" id="{EE8ADED8-E75F-4B22-DFDC-0A0ED4C41FE5}"/>
              </a:ext>
            </a:extLst>
          </p:cNvPr>
          <p:cNvSpPr/>
          <p:nvPr userDrawn="1"/>
        </p:nvSpPr>
        <p:spPr>
          <a:xfrm>
            <a:off x="12093573" y="8363555"/>
            <a:ext cx="5318126" cy="1658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ru-RU"/>
          </a:p>
        </p:txBody>
      </p:sp>
      <p:sp>
        <p:nvSpPr>
          <p:cNvPr id="9" name="Espace réservé du texte 33">
            <a:extLst>
              <a:ext uri="{FF2B5EF4-FFF2-40B4-BE49-F238E27FC236}">
                <a16:creationId xmlns:a16="http://schemas.microsoft.com/office/drawing/2014/main" id="{061359AA-0BB7-CEFF-A712-160DDF975F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1757" y="2486272"/>
            <a:ext cx="5318125" cy="35956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0" name="Espace réservé du texte 33">
            <a:extLst>
              <a:ext uri="{FF2B5EF4-FFF2-40B4-BE49-F238E27FC236}">
                <a16:creationId xmlns:a16="http://schemas.microsoft.com/office/drawing/2014/main" id="{592C28E7-544C-DFCF-0CC9-BEFD3887DA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1537" y="6420337"/>
            <a:ext cx="5318125" cy="35956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1" name="Espace réservé du texte 33">
            <a:extLst>
              <a:ext uri="{FF2B5EF4-FFF2-40B4-BE49-F238E27FC236}">
                <a16:creationId xmlns:a16="http://schemas.microsoft.com/office/drawing/2014/main" id="{1D228FC1-A989-801A-BCC9-8C625A816E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104859" y="6420337"/>
            <a:ext cx="5318125" cy="165833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000" b="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3" name="Espace réservé du texte 33">
            <a:extLst>
              <a:ext uri="{FF2B5EF4-FFF2-40B4-BE49-F238E27FC236}">
                <a16:creationId xmlns:a16="http://schemas.microsoft.com/office/drawing/2014/main" id="{15925E59-8E3F-50D2-8C37-CA7486D005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04859" y="8357005"/>
            <a:ext cx="5318125" cy="165833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000" b="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4" name="Espace réservé pour une image  45">
            <a:extLst>
              <a:ext uri="{FF2B5EF4-FFF2-40B4-BE49-F238E27FC236}">
                <a16:creationId xmlns:a16="http://schemas.microsoft.com/office/drawing/2014/main" id="{81E6DC9A-C479-7B5F-63FB-4F85414FD11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56913" y="2486272"/>
            <a:ext cx="5318125" cy="35956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5" name="Espace réservé pour une image  45">
            <a:extLst>
              <a:ext uri="{FF2B5EF4-FFF2-40B4-BE49-F238E27FC236}">
                <a16:creationId xmlns:a16="http://schemas.microsoft.com/office/drawing/2014/main" id="{417DFB33-3308-C65F-25E1-5583828AF5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093573" y="2486272"/>
            <a:ext cx="5318125" cy="35956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4061419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683CAC54-C5D0-28A2-06DA-9E4D978680B3}"/>
              </a:ext>
            </a:extLst>
          </p:cNvPr>
          <p:cNvSpPr/>
          <p:nvPr userDrawn="1"/>
        </p:nvSpPr>
        <p:spPr>
          <a:xfrm>
            <a:off x="1" y="0"/>
            <a:ext cx="5029200" cy="102885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ru-RU" dirty="0"/>
          </a:p>
        </p:txBody>
      </p:sp>
      <p:cxnSp>
        <p:nvCxnSpPr>
          <p:cNvPr id="4" name="Прямая соединительная линия 9">
            <a:extLst>
              <a:ext uri="{FF2B5EF4-FFF2-40B4-BE49-F238E27FC236}">
                <a16:creationId xmlns:a16="http://schemas.microsoft.com/office/drawing/2014/main" id="{19117EC9-8BCB-4479-1216-72871D6E1F79}"/>
              </a:ext>
            </a:extLst>
          </p:cNvPr>
          <p:cNvCxnSpPr/>
          <p:nvPr userDrawn="1"/>
        </p:nvCxnSpPr>
        <p:spPr>
          <a:xfrm>
            <a:off x="-16042" y="5343028"/>
            <a:ext cx="2286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481F3006-1FB6-34DB-4443-342E0F5999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5712" y="3275123"/>
            <a:ext cx="4019229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DD99019D-BDCD-45DB-036F-BDCBAC7F83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2" y="4178919"/>
            <a:ext cx="4019229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0" name="Espace réservé pour une image  45">
            <a:extLst>
              <a:ext uri="{FF2B5EF4-FFF2-40B4-BE49-F238E27FC236}">
                <a16:creationId xmlns:a16="http://schemas.microsoft.com/office/drawing/2014/main" id="{65252754-C44E-3B88-0B58-D5A9019B56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1389" y="1222374"/>
            <a:ext cx="11823389" cy="4274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01FC19D7-7920-293B-88C6-AA00AE83A5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18010" y="5887951"/>
            <a:ext cx="5336680" cy="108605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461D87F6-A69D-8111-009C-533C66682A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31953" y="5887951"/>
            <a:ext cx="5336680" cy="108605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6" name="Espace réservé du texte 33">
            <a:extLst>
              <a:ext uri="{FF2B5EF4-FFF2-40B4-BE49-F238E27FC236}">
                <a16:creationId xmlns:a16="http://schemas.microsoft.com/office/drawing/2014/main" id="{4997CCD5-5F04-C48D-9420-13586DCFDD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31953" y="7087413"/>
            <a:ext cx="5336679" cy="210874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7" name="Espace réservé du texte 33">
            <a:extLst>
              <a:ext uri="{FF2B5EF4-FFF2-40B4-BE49-F238E27FC236}">
                <a16:creationId xmlns:a16="http://schemas.microsoft.com/office/drawing/2014/main" id="{115F2387-C207-256B-4DBB-D4FF1CBAFE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18010" y="7087413"/>
            <a:ext cx="5336679" cy="210874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732E61-2EEE-2841-2B9A-B48164EC83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5712" y="5820176"/>
            <a:ext cx="4019229" cy="426593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62406448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683CAC54-C5D0-28A2-06DA-9E4D978680B3}"/>
              </a:ext>
            </a:extLst>
          </p:cNvPr>
          <p:cNvSpPr/>
          <p:nvPr userDrawn="1"/>
        </p:nvSpPr>
        <p:spPr>
          <a:xfrm>
            <a:off x="1" y="0"/>
            <a:ext cx="5029200" cy="10288588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ru-RU" dirty="0"/>
          </a:p>
        </p:txBody>
      </p:sp>
      <p:cxnSp>
        <p:nvCxnSpPr>
          <p:cNvPr id="4" name="Прямая соединительная линия 9">
            <a:extLst>
              <a:ext uri="{FF2B5EF4-FFF2-40B4-BE49-F238E27FC236}">
                <a16:creationId xmlns:a16="http://schemas.microsoft.com/office/drawing/2014/main" id="{19117EC9-8BCB-4479-1216-72871D6E1F79}"/>
              </a:ext>
            </a:extLst>
          </p:cNvPr>
          <p:cNvCxnSpPr/>
          <p:nvPr userDrawn="1"/>
        </p:nvCxnSpPr>
        <p:spPr>
          <a:xfrm>
            <a:off x="-16042" y="5343028"/>
            <a:ext cx="2286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481F3006-1FB6-34DB-4443-342E0F5999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5712" y="3275123"/>
            <a:ext cx="4019229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DD99019D-BDCD-45DB-036F-BDCBAC7F83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2" y="4178919"/>
            <a:ext cx="4019229" cy="85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6000">
                <a:latin typeface="Century Gothic" panose="020B0502020202020204" pitchFamily="34" charset="0"/>
              </a:defRPr>
            </a:lvl2pPr>
            <a:lvl3pPr>
              <a:defRPr sz="6000">
                <a:latin typeface="Century Gothic" panose="020B0502020202020204" pitchFamily="34" charset="0"/>
              </a:defRPr>
            </a:lvl3pPr>
            <a:lvl4pPr>
              <a:defRPr sz="6000">
                <a:latin typeface="Century Gothic" panose="020B0502020202020204" pitchFamily="34" charset="0"/>
              </a:defRPr>
            </a:lvl4pPr>
            <a:lvl5pPr>
              <a:defRPr sz="6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0" name="Espace réservé pour une image  45">
            <a:extLst>
              <a:ext uri="{FF2B5EF4-FFF2-40B4-BE49-F238E27FC236}">
                <a16:creationId xmlns:a16="http://schemas.microsoft.com/office/drawing/2014/main" id="{65252754-C44E-3B88-0B58-D5A9019B56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1389" y="1222374"/>
            <a:ext cx="11823389" cy="4274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01FC19D7-7920-293B-88C6-AA00AE83A5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18010" y="5887951"/>
            <a:ext cx="5336680" cy="108605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461D87F6-A69D-8111-009C-533C66682A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31953" y="5887951"/>
            <a:ext cx="5336680" cy="108605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6" name="Espace réservé du texte 33">
            <a:extLst>
              <a:ext uri="{FF2B5EF4-FFF2-40B4-BE49-F238E27FC236}">
                <a16:creationId xmlns:a16="http://schemas.microsoft.com/office/drawing/2014/main" id="{4997CCD5-5F04-C48D-9420-13586DCFDD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31953" y="7087413"/>
            <a:ext cx="5336679" cy="210874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7" name="Espace réservé du texte 33">
            <a:extLst>
              <a:ext uri="{FF2B5EF4-FFF2-40B4-BE49-F238E27FC236}">
                <a16:creationId xmlns:a16="http://schemas.microsoft.com/office/drawing/2014/main" id="{115F2387-C207-256B-4DBB-D4FF1CBAFE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18010" y="7087413"/>
            <a:ext cx="5336679" cy="210874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732E61-2EEE-2841-2B9A-B48164EC83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5712" y="5820176"/>
            <a:ext cx="4019229" cy="426593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4139718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03455FE-AD61-4DD2-E9AE-9E7D366E219D}"/>
              </a:ext>
            </a:extLst>
          </p:cNvPr>
          <p:cNvSpPr/>
          <p:nvPr userDrawn="1"/>
        </p:nvSpPr>
        <p:spPr>
          <a:xfrm>
            <a:off x="-2944" y="4135438"/>
            <a:ext cx="207660" cy="2628062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FA561BF-D473-0DB7-E1EE-0D1286E475D2}"/>
              </a:ext>
            </a:extLst>
          </p:cNvPr>
          <p:cNvSpPr/>
          <p:nvPr userDrawn="1"/>
        </p:nvSpPr>
        <p:spPr>
          <a:xfrm>
            <a:off x="18104403" y="4135438"/>
            <a:ext cx="207660" cy="2628062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space réservé du texte 31">
            <a:extLst>
              <a:ext uri="{FF2B5EF4-FFF2-40B4-BE49-F238E27FC236}">
                <a16:creationId xmlns:a16="http://schemas.microsoft.com/office/drawing/2014/main" id="{44FDB8EB-B5A1-1984-5979-81FA94D465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922496"/>
            <a:ext cx="18288000" cy="6244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9" name="Espace réservé du texte 33">
            <a:extLst>
              <a:ext uri="{FF2B5EF4-FFF2-40B4-BE49-F238E27FC236}">
                <a16:creationId xmlns:a16="http://schemas.microsoft.com/office/drawing/2014/main" id="{E7897EB9-17D6-A8B5-3248-25A5FA34AD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285985"/>
            <a:ext cx="18288000" cy="147751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40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612544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C5B9DC-8AB6-E45F-3D47-90707F1C3397}"/>
              </a:ext>
            </a:extLst>
          </p:cNvPr>
          <p:cNvSpPr/>
          <p:nvPr userDrawn="1"/>
        </p:nvSpPr>
        <p:spPr>
          <a:xfrm>
            <a:off x="0" y="0"/>
            <a:ext cx="18288000" cy="102885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03455FE-AD61-4DD2-E9AE-9E7D366E219D}"/>
              </a:ext>
            </a:extLst>
          </p:cNvPr>
          <p:cNvSpPr/>
          <p:nvPr userDrawn="1"/>
        </p:nvSpPr>
        <p:spPr>
          <a:xfrm>
            <a:off x="-2944" y="4135438"/>
            <a:ext cx="207660" cy="2628062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FA561BF-D473-0DB7-E1EE-0D1286E475D2}"/>
              </a:ext>
            </a:extLst>
          </p:cNvPr>
          <p:cNvSpPr/>
          <p:nvPr userDrawn="1"/>
        </p:nvSpPr>
        <p:spPr>
          <a:xfrm>
            <a:off x="18104403" y="4135438"/>
            <a:ext cx="207660" cy="2628062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space réservé du texte 31">
            <a:extLst>
              <a:ext uri="{FF2B5EF4-FFF2-40B4-BE49-F238E27FC236}">
                <a16:creationId xmlns:a16="http://schemas.microsoft.com/office/drawing/2014/main" id="{44FDB8EB-B5A1-1984-5979-81FA94D465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922496"/>
            <a:ext cx="18288000" cy="6244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9" name="Espace réservé du texte 33">
            <a:extLst>
              <a:ext uri="{FF2B5EF4-FFF2-40B4-BE49-F238E27FC236}">
                <a16:creationId xmlns:a16="http://schemas.microsoft.com/office/drawing/2014/main" id="{E7897EB9-17D6-A8B5-3248-25A5FA34AD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285985"/>
            <a:ext cx="18288000" cy="147751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4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574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743200" indent="0" algn="ctr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7B43E98-2CEB-4531-3444-962EA0B6F5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8390" y="9510624"/>
            <a:ext cx="1791221" cy="39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76546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71C20A50-0B91-F480-7916-28A7163C9BD1}"/>
              </a:ext>
            </a:extLst>
          </p:cNvPr>
          <p:cNvSpPr/>
          <p:nvPr userDrawn="1"/>
        </p:nvSpPr>
        <p:spPr>
          <a:xfrm>
            <a:off x="-2944" y="4135438"/>
            <a:ext cx="207660" cy="2628062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5">
            <a:extLst>
              <a:ext uri="{FF2B5EF4-FFF2-40B4-BE49-F238E27FC236}">
                <a16:creationId xmlns:a16="http://schemas.microsoft.com/office/drawing/2014/main" id="{EEE836BB-C9CD-867E-F347-52C411BAA60D}"/>
              </a:ext>
            </a:extLst>
          </p:cNvPr>
          <p:cNvSpPr/>
          <p:nvPr userDrawn="1"/>
        </p:nvSpPr>
        <p:spPr>
          <a:xfrm>
            <a:off x="18104403" y="4135438"/>
            <a:ext cx="207660" cy="2628062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D704BF33-D201-A0C2-5340-E25EF29BF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5144293"/>
            <a:ext cx="18288000" cy="1201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a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8" name="Oval 13">
            <a:extLst>
              <a:ext uri="{FF2B5EF4-FFF2-40B4-BE49-F238E27FC236}">
                <a16:creationId xmlns:a16="http://schemas.microsoft.com/office/drawing/2014/main" id="{75D9BD81-EF5A-EE57-16A2-66EB857D9C06}"/>
              </a:ext>
            </a:extLst>
          </p:cNvPr>
          <p:cNvSpPr/>
          <p:nvPr userDrawn="1"/>
        </p:nvSpPr>
        <p:spPr>
          <a:xfrm>
            <a:off x="8234370" y="2366673"/>
            <a:ext cx="1818868" cy="181886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8D11412A-E74F-F62D-287D-882E7F29852E}"/>
              </a:ext>
            </a:extLst>
          </p:cNvPr>
          <p:cNvSpPr/>
          <p:nvPr/>
        </p:nvSpPr>
        <p:spPr>
          <a:xfrm>
            <a:off x="7713019" y="1845322"/>
            <a:ext cx="2861571" cy="2861571"/>
          </a:xfrm>
          <a:custGeom>
            <a:avLst/>
            <a:gdLst>
              <a:gd name="connsiteX0" fmla="*/ 1430786 w 2861571"/>
              <a:gd name="connsiteY0" fmla="*/ 163819 h 2861571"/>
              <a:gd name="connsiteX1" fmla="*/ 2697728 w 2861571"/>
              <a:gd name="connsiteY1" fmla="*/ 1430762 h 2861571"/>
              <a:gd name="connsiteX2" fmla="*/ 1430786 w 2861571"/>
              <a:gd name="connsiteY2" fmla="*/ 2697704 h 2861571"/>
              <a:gd name="connsiteX3" fmla="*/ 163819 w 2861571"/>
              <a:gd name="connsiteY3" fmla="*/ 1430786 h 2861571"/>
              <a:gd name="connsiteX4" fmla="*/ 1430786 w 2861571"/>
              <a:gd name="connsiteY4" fmla="*/ 163819 h 2861571"/>
              <a:gd name="connsiteX5" fmla="*/ 1430786 w 2861571"/>
              <a:gd name="connsiteY5" fmla="*/ 0 h 2861571"/>
              <a:gd name="connsiteX6" fmla="*/ 0 w 2861571"/>
              <a:gd name="connsiteY6" fmla="*/ 1430786 h 2861571"/>
              <a:gd name="connsiteX7" fmla="*/ 1430786 w 2861571"/>
              <a:gd name="connsiteY7" fmla="*/ 2861572 h 2861571"/>
              <a:gd name="connsiteX8" fmla="*/ 2861572 w 2861571"/>
              <a:gd name="connsiteY8" fmla="*/ 1430786 h 2861571"/>
              <a:gd name="connsiteX9" fmla="*/ 1430786 w 2861571"/>
              <a:gd name="connsiteY9" fmla="*/ 0 h 2861571"/>
              <a:gd name="connsiteX10" fmla="*/ 1430786 w 2861571"/>
              <a:gd name="connsiteY10" fmla="*/ 0 h 286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61571" h="2861571">
                <a:moveTo>
                  <a:pt x="1430786" y="163819"/>
                </a:moveTo>
                <a:cubicBezTo>
                  <a:pt x="2129383" y="163819"/>
                  <a:pt x="2697728" y="732165"/>
                  <a:pt x="2697728" y="1430762"/>
                </a:cubicBezTo>
                <a:cubicBezTo>
                  <a:pt x="2697728" y="2129358"/>
                  <a:pt x="2129383" y="2697704"/>
                  <a:pt x="1430786" y="2697704"/>
                </a:cubicBezTo>
                <a:cubicBezTo>
                  <a:pt x="732189" y="2697704"/>
                  <a:pt x="163819" y="2129383"/>
                  <a:pt x="163819" y="1430786"/>
                </a:cubicBezTo>
                <a:cubicBezTo>
                  <a:pt x="163819" y="732189"/>
                  <a:pt x="732189" y="163819"/>
                  <a:pt x="1430786" y="163819"/>
                </a:cubicBezTo>
                <a:moveTo>
                  <a:pt x="1430786" y="0"/>
                </a:moveTo>
                <a:cubicBezTo>
                  <a:pt x="640577" y="0"/>
                  <a:pt x="0" y="640577"/>
                  <a:pt x="0" y="1430786"/>
                </a:cubicBezTo>
                <a:cubicBezTo>
                  <a:pt x="0" y="2220995"/>
                  <a:pt x="640577" y="2861572"/>
                  <a:pt x="1430786" y="2861572"/>
                </a:cubicBezTo>
                <a:cubicBezTo>
                  <a:pt x="2220995" y="2861572"/>
                  <a:pt x="2861572" y="2220995"/>
                  <a:pt x="2861572" y="1430786"/>
                </a:cubicBezTo>
                <a:cubicBezTo>
                  <a:pt x="2861572" y="640577"/>
                  <a:pt x="2220970" y="0"/>
                  <a:pt x="1430786" y="0"/>
                </a:cubicBezTo>
                <a:lnTo>
                  <a:pt x="1430786" y="0"/>
                </a:lnTo>
                <a:close/>
              </a:path>
            </a:pathLst>
          </a:custGeom>
          <a:solidFill>
            <a:srgbClr val="00AE4E"/>
          </a:solidFill>
          <a:ln w="2434" cap="flat">
            <a:noFill/>
            <a:prstDash val="solid"/>
            <a:miter/>
          </a:ln>
        </p:spPr>
        <p:txBody>
          <a:bodyPr rtlCol="0" anchor="ctr"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112274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0"/>
            <a:ext cx="18288000" cy="1028858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573313" y="9722574"/>
            <a:ext cx="4138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149B6D55-4680-4DC5-B665-330CCBA60EFE}" type="slidenum">
              <a:rPr lang="ru-RU" sz="1000" b="1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pPr algn="ctr"/>
              <a:t>‹N°›</a:t>
            </a:fld>
            <a:endParaRPr lang="ru-RU" sz="1400" b="1" baseline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arla" pitchFamily="2" charset="0"/>
              <a:cs typeface="Arial" panose="020B0604020202020204" pitchFamily="34" charset="0"/>
            </a:endParaRPr>
          </a:p>
        </p:txBody>
      </p:sp>
      <p:sp>
        <p:nvSpPr>
          <p:cNvPr id="15" name="Подзаголовок 2"/>
          <p:cNvSpPr txBox="1">
            <a:spLocks/>
          </p:cNvSpPr>
          <p:nvPr userDrawn="1"/>
        </p:nvSpPr>
        <p:spPr>
          <a:xfrm>
            <a:off x="987122" y="9657694"/>
            <a:ext cx="2619679" cy="334966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2025     </a:t>
            </a:r>
            <a:r>
              <a:rPr lang="en-US" sz="10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|  </a:t>
            </a:r>
            <a:r>
              <a:rPr lang="en-US" sz="800" dirty="0"/>
              <a:t>ACTIA Engineering Services  </a:t>
            </a:r>
            <a:r>
              <a:rPr lang="en-US" sz="10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arla" pitchFamily="2" charset="0"/>
                <a:cs typeface="Arial" panose="020B0604020202020204" pitchFamily="34" charset="0"/>
              </a:rPr>
              <a:t>| 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arla" pitchFamily="2" charset="0"/>
              <a:cs typeface="Arial" panose="020B06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F7BD1EF-6AA9-F539-CF18-1CC3F3E5C151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093428" y="9510624"/>
            <a:ext cx="1791221" cy="39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3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4" r:id="rId2"/>
    <p:sldLayoutId id="2147483722" r:id="rId3"/>
    <p:sldLayoutId id="2147483723" r:id="rId4"/>
    <p:sldLayoutId id="2147483670" r:id="rId5"/>
    <p:sldLayoutId id="2147483698" r:id="rId6"/>
    <p:sldLayoutId id="2147483667" r:id="rId7"/>
    <p:sldLayoutId id="2147483724" r:id="rId8"/>
    <p:sldLayoutId id="2147483725" r:id="rId9"/>
    <p:sldLayoutId id="2147483726" r:id="rId10"/>
    <p:sldLayoutId id="2147483727" r:id="rId11"/>
    <p:sldLayoutId id="2147483709" r:id="rId12"/>
    <p:sldLayoutId id="2147483728" r:id="rId13"/>
    <p:sldLayoutId id="2147483729" r:id="rId14"/>
    <p:sldLayoutId id="2147483730" r:id="rId15"/>
    <p:sldLayoutId id="2147483736" r:id="rId16"/>
    <p:sldLayoutId id="2147483732" r:id="rId17"/>
    <p:sldLayoutId id="2147483744" r:id="rId18"/>
    <p:sldLayoutId id="2147483733" r:id="rId19"/>
    <p:sldLayoutId id="2147483731" r:id="rId20"/>
    <p:sldLayoutId id="2147483737" r:id="rId21"/>
  </p:sldLayoutIdLst>
  <p:transition spd="slow">
    <p:push dir="u"/>
  </p:transition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 descr="Une image contenant dessin, croquis, cercle, diagramme&#10;&#10;Description générée automatiquement">
            <a:extLst>
              <a:ext uri="{FF2B5EF4-FFF2-40B4-BE49-F238E27FC236}">
                <a16:creationId xmlns:a16="http://schemas.microsoft.com/office/drawing/2014/main" id="{A9368FD5-DBDF-61DD-8BAB-2A9E415838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0" r="7340"/>
          <a:stretch>
            <a:fillRect/>
          </a:stretch>
        </p:blipFill>
        <p:spPr>
          <a:xfrm>
            <a:off x="0" y="0"/>
            <a:ext cx="18288000" cy="10288588"/>
          </a:xfr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798FEF3-D64A-50F3-0CDA-7192B791A4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8505371" y="6969971"/>
            <a:ext cx="8764090" cy="1105441"/>
          </a:xfrm>
        </p:spPr>
        <p:txBody>
          <a:bodyPr/>
          <a:lstStyle/>
          <a:p>
            <a:r>
              <a:rPr lang="fr-FR" sz="6600" dirty="0"/>
              <a:t>Nexus</a:t>
            </a:r>
            <a:endParaRPr lang="fr-FR" sz="6600" noProof="0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65FB768-BC61-1F51-126B-4CC5BC1C7F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805714" y="8075412"/>
            <a:ext cx="11463747" cy="1252911"/>
          </a:xfrm>
        </p:spPr>
        <p:txBody>
          <a:bodyPr>
            <a:normAutofit/>
          </a:bodyPr>
          <a:lstStyle/>
          <a:p>
            <a:r>
              <a:rPr lang="en-US" sz="2800" dirty="0"/>
              <a:t>Mechanical Engineering Collaboration &amp; Traceability Platform</a:t>
            </a:r>
          </a:p>
          <a:p>
            <a:r>
              <a:rPr lang="en-US" sz="2800" b="0" dirty="0"/>
              <a:t>Transforming engineering files into engineering knowledge.</a:t>
            </a:r>
            <a:endParaRPr lang="fr-FR" sz="2800" b="0" noProof="0" dirty="0"/>
          </a:p>
        </p:txBody>
      </p:sp>
      <p:sp>
        <p:nvSpPr>
          <p:cNvPr id="7" name="Прямоугольный треугольник 8">
            <a:extLst>
              <a:ext uri="{FF2B5EF4-FFF2-40B4-BE49-F238E27FC236}">
                <a16:creationId xmlns:a16="http://schemas.microsoft.com/office/drawing/2014/main" id="{6BDF6009-6689-7F43-91F7-5F51770138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-46831" y="5191919"/>
            <a:ext cx="5143500" cy="5049838"/>
          </a:xfrm>
          <a:custGeom>
            <a:avLst/>
            <a:gdLst>
              <a:gd name="connsiteX0" fmla="*/ 0 w 5143500"/>
              <a:gd name="connsiteY0" fmla="*/ 4649788 h 4649788"/>
              <a:gd name="connsiteX1" fmla="*/ 0 w 5143500"/>
              <a:gd name="connsiteY1" fmla="*/ 0 h 4649788"/>
              <a:gd name="connsiteX2" fmla="*/ 5143500 w 5143500"/>
              <a:gd name="connsiteY2" fmla="*/ 4649788 h 4649788"/>
              <a:gd name="connsiteX3" fmla="*/ 0 w 5143500"/>
              <a:gd name="connsiteY3" fmla="*/ 4649788 h 4649788"/>
              <a:gd name="connsiteX0" fmla="*/ 0 w 5143500"/>
              <a:gd name="connsiteY0" fmla="*/ 5164138 h 5164138"/>
              <a:gd name="connsiteX1" fmla="*/ 3371850 w 5143500"/>
              <a:gd name="connsiteY1" fmla="*/ 0 h 5164138"/>
              <a:gd name="connsiteX2" fmla="*/ 5143500 w 5143500"/>
              <a:gd name="connsiteY2" fmla="*/ 5164138 h 5164138"/>
              <a:gd name="connsiteX3" fmla="*/ 0 w 5143500"/>
              <a:gd name="connsiteY3" fmla="*/ 5164138 h 5164138"/>
              <a:gd name="connsiteX0" fmla="*/ 0 w 5143500"/>
              <a:gd name="connsiteY0" fmla="*/ 5087938 h 5087938"/>
              <a:gd name="connsiteX1" fmla="*/ 3143250 w 5143500"/>
              <a:gd name="connsiteY1" fmla="*/ 0 h 5087938"/>
              <a:gd name="connsiteX2" fmla="*/ 5143500 w 5143500"/>
              <a:gd name="connsiteY2" fmla="*/ 5087938 h 5087938"/>
              <a:gd name="connsiteX3" fmla="*/ 0 w 5143500"/>
              <a:gd name="connsiteY3" fmla="*/ 5087938 h 5087938"/>
              <a:gd name="connsiteX0" fmla="*/ 0 w 5143500"/>
              <a:gd name="connsiteY0" fmla="*/ 5049838 h 5049838"/>
              <a:gd name="connsiteX1" fmla="*/ 3181350 w 5143500"/>
              <a:gd name="connsiteY1" fmla="*/ 0 h 5049838"/>
              <a:gd name="connsiteX2" fmla="*/ 5143500 w 5143500"/>
              <a:gd name="connsiteY2" fmla="*/ 5049838 h 5049838"/>
              <a:gd name="connsiteX3" fmla="*/ 0 w 5143500"/>
              <a:gd name="connsiteY3" fmla="*/ 5049838 h 504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0" h="5049838">
                <a:moveTo>
                  <a:pt x="0" y="5049838"/>
                </a:moveTo>
                <a:lnTo>
                  <a:pt x="3181350" y="0"/>
                </a:lnTo>
                <a:lnTo>
                  <a:pt x="5143500" y="5049838"/>
                </a:lnTo>
                <a:lnTo>
                  <a:pt x="0" y="5049838"/>
                </a:lnTo>
                <a:close/>
              </a:path>
            </a:pathLst>
          </a:custGeom>
          <a:solidFill>
            <a:srgbClr val="BDD24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CDCACE20-3986-B823-2471-890B55F6C6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10744" y="9328323"/>
            <a:ext cx="12958718" cy="960265"/>
          </a:xfrm>
          <a:prstGeom prst="rect">
            <a:avLst/>
          </a:prstGeom>
        </p:spPr>
        <p:txBody>
          <a:bodyPr/>
          <a:lstStyle>
            <a:lvl1pPr marL="0" indent="0" algn="r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7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Mechanical</a:t>
            </a:r>
            <a:r>
              <a:rPr lang="fr-FR" sz="2000" dirty="0"/>
              <a:t> Engineering </a:t>
            </a:r>
            <a:r>
              <a:rPr lang="fr-FR" sz="2000" dirty="0" err="1"/>
              <a:t>Department</a:t>
            </a:r>
            <a:endParaRPr lang="fr-FR" sz="2000" noProof="0" dirty="0"/>
          </a:p>
        </p:txBody>
      </p:sp>
    </p:spTree>
    <p:extLst>
      <p:ext uri="{BB962C8B-B14F-4D97-AF65-F5344CB8AC3E}">
        <p14:creationId xmlns:p14="http://schemas.microsoft.com/office/powerpoint/2010/main" val="211291435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728A3-B636-4A69-C666-C8DC0B69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CE42EED-C588-36DD-F228-01337CCE1F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Engineering Challenges Today</a:t>
            </a:r>
            <a:endParaRPr lang="fr-FR" sz="5000" b="1" noProof="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F542C60-FDFF-ABD3-7F83-062FB48BD8C3}"/>
              </a:ext>
            </a:extLst>
          </p:cNvPr>
          <p:cNvSpPr txBox="1"/>
          <p:nvPr/>
        </p:nvSpPr>
        <p:spPr>
          <a:xfrm>
            <a:off x="1449465" y="1718395"/>
            <a:ext cx="163674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Modern mechanical projects generate thousands of engineering files, revisions, design decisions and validation documents.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Unfortunately, most of this information is distributed across shared folders, emails, spreadsheets and individual knowledge, </a:t>
            </a:r>
            <a:r>
              <a:rPr lang="en-US" sz="2400" b="1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making engineering collaboration increasingly difficult</a:t>
            </a:r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F20CFB-4146-205F-4227-87028CB9F734}"/>
              </a:ext>
            </a:extLst>
          </p:cNvPr>
          <p:cNvSpPr txBox="1"/>
          <p:nvPr/>
        </p:nvSpPr>
        <p:spPr>
          <a:xfrm>
            <a:off x="1449465" y="3574634"/>
            <a:ext cx="16367479" cy="353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Main Challenges:</a:t>
            </a:r>
          </a:p>
          <a:p>
            <a:endParaRPr lang="en-US" sz="2400" dirty="0"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• Difficult to identify the correct version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• Weak traceability between engineering decisions and CAD changes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• Time-consuming design reviews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• Knowledge depends on experienced engineers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• Difficult project audits and customer deliveries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62910C-DF62-BA41-C132-2FEBA1794657}"/>
              </a:ext>
            </a:extLst>
          </p:cNvPr>
          <p:cNvSpPr/>
          <p:nvPr/>
        </p:nvSpPr>
        <p:spPr>
          <a:xfrm>
            <a:off x="4315690" y="7800109"/>
            <a:ext cx="9656619" cy="955964"/>
          </a:xfrm>
          <a:prstGeom prst="rect">
            <a:avLst/>
          </a:prstGeom>
          <a:solidFill>
            <a:srgbClr val="FF3B3B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Engineering data exists. Engineering knowledge is often lost.</a:t>
            </a:r>
          </a:p>
        </p:txBody>
      </p:sp>
    </p:spTree>
    <p:extLst>
      <p:ext uri="{BB962C8B-B14F-4D97-AF65-F5344CB8AC3E}">
        <p14:creationId xmlns:p14="http://schemas.microsoft.com/office/powerpoint/2010/main" val="373526417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366BA-E740-CB23-2B34-559FDBB08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31A9504-97C4-FE55-A2AD-F357E3AADC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Our Vision</a:t>
            </a:r>
            <a:endParaRPr lang="fr-FR" sz="5000" b="1" noProof="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56DF30C-2AA1-ECFC-AB5E-FA1D1A338B53}"/>
              </a:ext>
            </a:extLst>
          </p:cNvPr>
          <p:cNvSpPr txBox="1"/>
          <p:nvPr/>
        </p:nvSpPr>
        <p:spPr>
          <a:xfrm>
            <a:off x="1449465" y="1718395"/>
            <a:ext cx="163674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Nexus is not simply a version control system.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It is a collaborative engineering platform designed to connect every engineering activity into one complete workflow.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Every modification becomes connected to its technical justification, validation evidence and project history.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F72A29-E240-2AC5-FF6A-48D64186A3B5}"/>
              </a:ext>
            </a:extLst>
          </p:cNvPr>
          <p:cNvSpPr/>
          <p:nvPr/>
        </p:nvSpPr>
        <p:spPr>
          <a:xfrm>
            <a:off x="3082636" y="7000534"/>
            <a:ext cx="12122728" cy="95596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Complete engineering traceability from design request to released deliverable.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EE8559C4-1DAC-C536-56AA-541C0B65EEC8}"/>
              </a:ext>
            </a:extLst>
          </p:cNvPr>
          <p:cNvGrpSpPr/>
          <p:nvPr/>
        </p:nvGrpSpPr>
        <p:grpSpPr>
          <a:xfrm>
            <a:off x="795425" y="4396377"/>
            <a:ext cx="16970031" cy="794413"/>
            <a:chOff x="921707" y="3925282"/>
            <a:chExt cx="16970031" cy="7944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A4A944E-A541-02F2-C6FD-4F09210B8DF0}"/>
                </a:ext>
              </a:extLst>
            </p:cNvPr>
            <p:cNvSpPr/>
            <p:nvPr/>
          </p:nvSpPr>
          <p:spPr>
            <a:xfrm>
              <a:off x="921707" y="3943841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Requirement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60814D-7830-F542-50FC-C990F51B2876}"/>
                </a:ext>
              </a:extLst>
            </p:cNvPr>
            <p:cNvSpPr/>
            <p:nvPr/>
          </p:nvSpPr>
          <p:spPr>
            <a:xfrm>
              <a:off x="3464982" y="3925282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Issue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8553EC-1435-83EB-F01C-759E1F72EA0C}"/>
                </a:ext>
              </a:extLst>
            </p:cNvPr>
            <p:cNvSpPr/>
            <p:nvPr/>
          </p:nvSpPr>
          <p:spPr>
            <a:xfrm>
              <a:off x="5993057" y="3925282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CAD Modification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E3D80D-3940-1835-6CE0-2A5DC79A8300}"/>
                </a:ext>
              </a:extLst>
            </p:cNvPr>
            <p:cNvSpPr/>
            <p:nvPr/>
          </p:nvSpPr>
          <p:spPr>
            <a:xfrm>
              <a:off x="8543848" y="3929727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Commit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3DB647-94DE-81C8-2D8A-73754DC6CDA9}"/>
                </a:ext>
              </a:extLst>
            </p:cNvPr>
            <p:cNvSpPr/>
            <p:nvPr/>
          </p:nvSpPr>
          <p:spPr>
            <a:xfrm>
              <a:off x="11094639" y="3943841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Validation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D3AFDD-B359-6389-B47D-B4124DAFA538}"/>
                </a:ext>
              </a:extLst>
            </p:cNvPr>
            <p:cNvSpPr/>
            <p:nvPr/>
          </p:nvSpPr>
          <p:spPr>
            <a:xfrm>
              <a:off x="13622713" y="3943841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Release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1478E5-1D84-CA28-EF64-A6A4B4B82F32}"/>
                </a:ext>
              </a:extLst>
            </p:cNvPr>
            <p:cNvSpPr/>
            <p:nvPr/>
          </p:nvSpPr>
          <p:spPr>
            <a:xfrm>
              <a:off x="16196221" y="3943841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History</a:t>
              </a:r>
            </a:p>
          </p:txBody>
        </p: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B3097185-EDB7-6801-56E9-CFED05A38A0B}"/>
                </a:ext>
              </a:extLst>
            </p:cNvPr>
            <p:cNvCxnSpPr>
              <a:stCxn id="4" idx="3"/>
            </p:cNvCxnSpPr>
            <p:nvPr/>
          </p:nvCxnSpPr>
          <p:spPr>
            <a:xfrm>
              <a:off x="2617224" y="4331768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0F8962DD-D46D-76D4-8B41-90248C40A373}"/>
                </a:ext>
              </a:extLst>
            </p:cNvPr>
            <p:cNvCxnSpPr/>
            <p:nvPr/>
          </p:nvCxnSpPr>
          <p:spPr>
            <a:xfrm>
              <a:off x="5160499" y="4331768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5E6A0349-2217-8752-771F-982EEB599823}"/>
                </a:ext>
              </a:extLst>
            </p:cNvPr>
            <p:cNvCxnSpPr/>
            <p:nvPr/>
          </p:nvCxnSpPr>
          <p:spPr>
            <a:xfrm>
              <a:off x="7688574" y="4312950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18A6E5B7-EE81-3D7D-4671-492AE5929259}"/>
                </a:ext>
              </a:extLst>
            </p:cNvPr>
            <p:cNvCxnSpPr/>
            <p:nvPr/>
          </p:nvCxnSpPr>
          <p:spPr>
            <a:xfrm>
              <a:off x="10239365" y="4321841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BDA8C9DC-8F4E-4163-68DC-269E1517B206}"/>
                </a:ext>
              </a:extLst>
            </p:cNvPr>
            <p:cNvCxnSpPr/>
            <p:nvPr/>
          </p:nvCxnSpPr>
          <p:spPr>
            <a:xfrm>
              <a:off x="12790156" y="4335955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B1557182-36EF-5AE2-5643-E2331FDD0205}"/>
                </a:ext>
              </a:extLst>
            </p:cNvPr>
            <p:cNvCxnSpPr/>
            <p:nvPr/>
          </p:nvCxnSpPr>
          <p:spPr>
            <a:xfrm>
              <a:off x="15318230" y="4298578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331000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5DCE-9072-441B-747E-37C61E01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DC05F9D-8A7F-2FC1-FAE8-5C70B0D13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Business Value</a:t>
            </a:r>
            <a:endParaRPr lang="fr-FR" sz="50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7ECB21-05A1-97E1-D97C-C74A7A6EDF96}"/>
              </a:ext>
            </a:extLst>
          </p:cNvPr>
          <p:cNvSpPr/>
          <p:nvPr/>
        </p:nvSpPr>
        <p:spPr>
          <a:xfrm>
            <a:off x="1326982" y="3103415"/>
            <a:ext cx="3937744" cy="346363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Engineering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Faster design reviews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Reduced manual searching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Better collaboration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Standardized engineering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28383F-DDAB-B1DE-BE08-7DD6AFD1FDBE}"/>
              </a:ext>
            </a:extLst>
          </p:cNvPr>
          <p:cNvSpPr/>
          <p:nvPr/>
        </p:nvSpPr>
        <p:spPr>
          <a:xfrm>
            <a:off x="7147419" y="3103415"/>
            <a:ext cx="3937744" cy="3463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Quality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Controlled revisions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Complete traceability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Audit-ready engineering evidence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Reduced engineering risk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A122C3-AA39-E4D3-3B76-7395E3A55975}"/>
              </a:ext>
            </a:extLst>
          </p:cNvPr>
          <p:cNvSpPr/>
          <p:nvPr/>
        </p:nvSpPr>
        <p:spPr>
          <a:xfrm>
            <a:off x="12967856" y="3103415"/>
            <a:ext cx="3937744" cy="34636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Management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Project visibility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Clear responsibilities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Engineering KPIs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Long-term knowledge preservation</a:t>
            </a:r>
          </a:p>
        </p:txBody>
      </p:sp>
    </p:spTree>
    <p:extLst>
      <p:ext uri="{BB962C8B-B14F-4D97-AF65-F5344CB8AC3E}">
        <p14:creationId xmlns:p14="http://schemas.microsoft.com/office/powerpoint/2010/main" val="374427281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F834B-2A7F-C116-14F2-3CD3BDBD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E822149-3374-66E1-F896-18491A1618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Engineering Workflow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D37A159-B211-EA54-A789-5C57A2F35AFC}"/>
              </a:ext>
            </a:extLst>
          </p:cNvPr>
          <p:cNvSpPr txBox="1"/>
          <p:nvPr/>
        </p:nvSpPr>
        <p:spPr>
          <a:xfrm>
            <a:off x="1449465" y="1718395"/>
            <a:ext cx="16367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Creo VCS follows the complete lifecycle of an engineering modification.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36E18-62A5-55CC-9A2F-06C9BC51FA70}"/>
              </a:ext>
            </a:extLst>
          </p:cNvPr>
          <p:cNvSpPr/>
          <p:nvPr/>
        </p:nvSpPr>
        <p:spPr>
          <a:xfrm>
            <a:off x="3082636" y="7000534"/>
            <a:ext cx="12122728" cy="95596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Every engineering action is controlled, recorded and traceable.</a:t>
            </a: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843B83A1-1FE9-BC77-8B41-36EAE850AC54}"/>
              </a:ext>
            </a:extLst>
          </p:cNvPr>
          <p:cNvGrpSpPr/>
          <p:nvPr/>
        </p:nvGrpSpPr>
        <p:grpSpPr>
          <a:xfrm>
            <a:off x="2915171" y="3288054"/>
            <a:ext cx="11868450" cy="2318124"/>
            <a:chOff x="795425" y="3288054"/>
            <a:chExt cx="11868450" cy="23181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CA0EFF1-D88E-9972-4171-EA64DD8E50F9}"/>
                </a:ext>
              </a:extLst>
            </p:cNvPr>
            <p:cNvSpPr/>
            <p:nvPr/>
          </p:nvSpPr>
          <p:spPr>
            <a:xfrm>
              <a:off x="795425" y="330661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Project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6BA64E-8686-0080-17C1-5A0B6471B930}"/>
                </a:ext>
              </a:extLst>
            </p:cNvPr>
            <p:cNvSpPr/>
            <p:nvPr/>
          </p:nvSpPr>
          <p:spPr>
            <a:xfrm>
              <a:off x="3338700" y="3288054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BOM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4881A4-1CE8-592C-D46B-FB1C8F0CFA3C}"/>
                </a:ext>
              </a:extLst>
            </p:cNvPr>
            <p:cNvSpPr/>
            <p:nvPr/>
          </p:nvSpPr>
          <p:spPr>
            <a:xfrm>
              <a:off x="5866775" y="3288054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Check-Out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87F47B-99FF-3768-4D01-254008775516}"/>
                </a:ext>
              </a:extLst>
            </p:cNvPr>
            <p:cNvSpPr/>
            <p:nvPr/>
          </p:nvSpPr>
          <p:spPr>
            <a:xfrm>
              <a:off x="8417566" y="3292499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CAD Modification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27067B-8BA5-B76C-728F-12AF5FAD7486}"/>
                </a:ext>
              </a:extLst>
            </p:cNvPr>
            <p:cNvSpPr/>
            <p:nvPr/>
          </p:nvSpPr>
          <p:spPr>
            <a:xfrm>
              <a:off x="10968357" y="330661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Commit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2A9178-6402-D2E8-9751-E44478C5C6CE}"/>
                </a:ext>
              </a:extLst>
            </p:cNvPr>
            <p:cNvSpPr/>
            <p:nvPr/>
          </p:nvSpPr>
          <p:spPr>
            <a:xfrm>
              <a:off x="8394850" y="4830324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Validation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235F59-26BF-5A5F-22E6-623673142D6D}"/>
                </a:ext>
              </a:extLst>
            </p:cNvPr>
            <p:cNvSpPr/>
            <p:nvPr/>
          </p:nvSpPr>
          <p:spPr>
            <a:xfrm>
              <a:off x="10968358" y="4830324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Merge</a:t>
              </a:r>
            </a:p>
          </p:txBody>
        </p: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EF5288DC-40C3-CC69-EE33-1D3B7FCCBA90}"/>
                </a:ext>
              </a:extLst>
            </p:cNvPr>
            <p:cNvCxnSpPr>
              <a:stCxn id="4" idx="3"/>
            </p:cNvCxnSpPr>
            <p:nvPr/>
          </p:nvCxnSpPr>
          <p:spPr>
            <a:xfrm>
              <a:off x="2490942" y="3694540"/>
              <a:ext cx="832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524BF5C3-69C0-DA9A-1DF5-FDB98131B686}"/>
                </a:ext>
              </a:extLst>
            </p:cNvPr>
            <p:cNvCxnSpPr/>
            <p:nvPr/>
          </p:nvCxnSpPr>
          <p:spPr>
            <a:xfrm>
              <a:off x="5034217" y="3694540"/>
              <a:ext cx="832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6B63ABAF-A29B-3B85-E1F0-1DC6786479E7}"/>
                </a:ext>
              </a:extLst>
            </p:cNvPr>
            <p:cNvCxnSpPr/>
            <p:nvPr/>
          </p:nvCxnSpPr>
          <p:spPr>
            <a:xfrm>
              <a:off x="7562292" y="3675722"/>
              <a:ext cx="832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EBCBE37A-3482-A3BC-FB82-16A172D9A36D}"/>
                </a:ext>
              </a:extLst>
            </p:cNvPr>
            <p:cNvCxnSpPr/>
            <p:nvPr/>
          </p:nvCxnSpPr>
          <p:spPr>
            <a:xfrm>
              <a:off x="10113083" y="3684613"/>
              <a:ext cx="832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96256AEF-698B-E40A-8E4F-E9380B5A61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7960" y="5209020"/>
              <a:ext cx="75689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5E30A7FA-1C2B-845D-97CA-F7E243424DC3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H="1">
              <a:off x="10090367" y="5209020"/>
              <a:ext cx="877990" cy="923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A98A05F-C275-5431-69F7-66C71AC4E189}"/>
                </a:ext>
              </a:extLst>
            </p:cNvPr>
            <p:cNvSpPr/>
            <p:nvPr/>
          </p:nvSpPr>
          <p:spPr>
            <a:xfrm>
              <a:off x="5942443" y="482109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Release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B04202-9AEE-7369-9CAD-717AB2C85438}"/>
                </a:ext>
              </a:extLst>
            </p:cNvPr>
            <p:cNvSpPr/>
            <p:nvPr/>
          </p:nvSpPr>
          <p:spPr>
            <a:xfrm>
              <a:off x="3368934" y="482109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Snapshot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0919386-A9CE-3540-4491-A9732F58BE4C}"/>
                </a:ext>
              </a:extLst>
            </p:cNvPr>
            <p:cNvSpPr/>
            <p:nvPr/>
          </p:nvSpPr>
          <p:spPr>
            <a:xfrm>
              <a:off x="795425" y="482109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Export</a:t>
              </a:r>
            </a:p>
          </p:txBody>
        </p: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F1EB6C9C-0C83-9496-91DE-E1C7BC8661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7868" y="5209020"/>
              <a:ext cx="86457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FAFCDABF-4AE7-A644-77F6-B351611E3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4359" y="5209020"/>
              <a:ext cx="86457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 : en angle 26">
              <a:extLst>
                <a:ext uri="{FF2B5EF4-FFF2-40B4-BE49-F238E27FC236}">
                  <a16:creationId xmlns:a16="http://schemas.microsoft.com/office/drawing/2014/main" id="{8E013C8F-7297-89BD-6572-D7322B29DE5E}"/>
                </a:ext>
              </a:extLst>
            </p:cNvPr>
            <p:cNvCxnSpPr>
              <a:cxnSpLocks/>
              <a:stCxn id="9" idx="3"/>
              <a:endCxn id="11" idx="3"/>
            </p:cNvCxnSpPr>
            <p:nvPr/>
          </p:nvCxnSpPr>
          <p:spPr>
            <a:xfrm>
              <a:off x="12663874" y="3694540"/>
              <a:ext cx="1" cy="1523711"/>
            </a:xfrm>
            <a:prstGeom prst="bent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99847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AEF7D-5FD1-A250-57B4-1B28CF5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F37557E-426A-F580-9508-33AD9BC5F0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Complete Engineering </a:t>
            </a:r>
            <a:r>
              <a:rPr lang="fr-FR" sz="5000" b="1" dirty="0" err="1"/>
              <a:t>Traceability</a:t>
            </a:r>
            <a:endParaRPr lang="fr-FR" sz="5000" b="1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58AC604-9527-9E77-F9DE-867EF5A886C9}"/>
              </a:ext>
            </a:extLst>
          </p:cNvPr>
          <p:cNvSpPr txBox="1"/>
          <p:nvPr/>
        </p:nvSpPr>
        <p:spPr>
          <a:xfrm>
            <a:off x="1449465" y="1718395"/>
            <a:ext cx="16367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Every engineering object becomes connected.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27D8B-2E63-97C2-7EB2-BA05110ADADB}"/>
              </a:ext>
            </a:extLst>
          </p:cNvPr>
          <p:cNvSpPr/>
          <p:nvPr/>
        </p:nvSpPr>
        <p:spPr>
          <a:xfrm>
            <a:off x="4376863" y="5661479"/>
            <a:ext cx="5498656" cy="95596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Nothing becomes isolated anymore.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57C17C20-F5D9-4D8E-39B5-522FE1308C0D}"/>
              </a:ext>
            </a:extLst>
          </p:cNvPr>
          <p:cNvGrpSpPr/>
          <p:nvPr/>
        </p:nvGrpSpPr>
        <p:grpSpPr>
          <a:xfrm>
            <a:off x="795425" y="2890847"/>
            <a:ext cx="16970031" cy="2253447"/>
            <a:chOff x="921707" y="3925282"/>
            <a:chExt cx="16970031" cy="22534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BD1573-4B5E-39A8-4175-4DBC094F9EBC}"/>
                </a:ext>
              </a:extLst>
            </p:cNvPr>
            <p:cNvSpPr/>
            <p:nvPr/>
          </p:nvSpPr>
          <p:spPr>
            <a:xfrm>
              <a:off x="921707" y="3943841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Customer Requirement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13282F-1129-4C7A-5D34-DF929D118A93}"/>
                </a:ext>
              </a:extLst>
            </p:cNvPr>
            <p:cNvSpPr/>
            <p:nvPr/>
          </p:nvSpPr>
          <p:spPr>
            <a:xfrm>
              <a:off x="3464982" y="3925282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Jira Ticket (Optional)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61489A-16A6-0D90-4DD6-04E4863AB1BF}"/>
                </a:ext>
              </a:extLst>
            </p:cNvPr>
            <p:cNvSpPr/>
            <p:nvPr/>
          </p:nvSpPr>
          <p:spPr>
            <a:xfrm>
              <a:off x="5993057" y="3925282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Engineering Issue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093F719-90D6-FFFB-7968-E6C3F7CA4FEF}"/>
                </a:ext>
              </a:extLst>
            </p:cNvPr>
            <p:cNvSpPr/>
            <p:nvPr/>
          </p:nvSpPr>
          <p:spPr>
            <a:xfrm>
              <a:off x="8543848" y="3929727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Affected Parts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C9178-735A-1845-D14C-9EEFBF0B82DE}"/>
                </a:ext>
              </a:extLst>
            </p:cNvPr>
            <p:cNvSpPr/>
            <p:nvPr/>
          </p:nvSpPr>
          <p:spPr>
            <a:xfrm>
              <a:off x="11094639" y="3943841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Creo Files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3D7A8B-B525-78B4-1A4F-A6AF4A9605F0}"/>
                </a:ext>
              </a:extLst>
            </p:cNvPr>
            <p:cNvSpPr/>
            <p:nvPr/>
          </p:nvSpPr>
          <p:spPr>
            <a:xfrm>
              <a:off x="13622713" y="3943841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Commit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E9780E-F2CE-3D54-7B94-F4B9166118CB}"/>
                </a:ext>
              </a:extLst>
            </p:cNvPr>
            <p:cNvSpPr/>
            <p:nvPr/>
          </p:nvSpPr>
          <p:spPr>
            <a:xfrm>
              <a:off x="16196221" y="3943841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Validation</a:t>
              </a:r>
            </a:p>
          </p:txBody>
        </p: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7739068E-C221-A151-6E6E-040967922BA5}"/>
                </a:ext>
              </a:extLst>
            </p:cNvPr>
            <p:cNvCxnSpPr>
              <a:stCxn id="4" idx="3"/>
            </p:cNvCxnSpPr>
            <p:nvPr/>
          </p:nvCxnSpPr>
          <p:spPr>
            <a:xfrm>
              <a:off x="2617224" y="4331768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13B62E5E-B238-FD6C-F82F-4992A3D22E49}"/>
                </a:ext>
              </a:extLst>
            </p:cNvPr>
            <p:cNvCxnSpPr/>
            <p:nvPr/>
          </p:nvCxnSpPr>
          <p:spPr>
            <a:xfrm>
              <a:off x="5160499" y="4331768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711B7B4A-8083-B3CA-FA27-72015165D53F}"/>
                </a:ext>
              </a:extLst>
            </p:cNvPr>
            <p:cNvCxnSpPr/>
            <p:nvPr/>
          </p:nvCxnSpPr>
          <p:spPr>
            <a:xfrm>
              <a:off x="7688574" y="4312950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BECAFF5C-4ED2-B6CF-331D-FC3EFDE8630A}"/>
                </a:ext>
              </a:extLst>
            </p:cNvPr>
            <p:cNvCxnSpPr/>
            <p:nvPr/>
          </p:nvCxnSpPr>
          <p:spPr>
            <a:xfrm>
              <a:off x="10239365" y="4321841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717C45A0-05FA-322C-2F70-0437620B95CC}"/>
                </a:ext>
              </a:extLst>
            </p:cNvPr>
            <p:cNvCxnSpPr/>
            <p:nvPr/>
          </p:nvCxnSpPr>
          <p:spPr>
            <a:xfrm>
              <a:off x="12790156" y="4335955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215164BB-EDB7-5F5D-9D7D-C9806A24B873}"/>
                </a:ext>
              </a:extLst>
            </p:cNvPr>
            <p:cNvCxnSpPr/>
            <p:nvPr/>
          </p:nvCxnSpPr>
          <p:spPr>
            <a:xfrm>
              <a:off x="15318230" y="4298578"/>
              <a:ext cx="832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5DE3E98-FC23-4F38-7981-AD459DA0C720}"/>
                </a:ext>
              </a:extLst>
            </p:cNvPr>
            <p:cNvSpPr/>
            <p:nvPr/>
          </p:nvSpPr>
          <p:spPr>
            <a:xfrm>
              <a:off x="16196221" y="5402875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Released Documents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A73A3C-8213-579A-1BD5-6B8C474044F6}"/>
                </a:ext>
              </a:extLst>
            </p:cNvPr>
            <p:cNvSpPr/>
            <p:nvPr/>
          </p:nvSpPr>
          <p:spPr>
            <a:xfrm>
              <a:off x="13636129" y="5402875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Customer Delivery</a:t>
              </a:r>
            </a:p>
          </p:txBody>
        </p: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DE4D3EED-8752-9F28-CCAE-CF0E2D23516A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>
              <a:off x="17043979" y="4701136"/>
              <a:ext cx="1" cy="7017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5D18FC48-9449-0283-D276-8CBB8C2B69B7}"/>
                </a:ext>
              </a:extLst>
            </p:cNvPr>
            <p:cNvCxnSpPr>
              <a:cxnSpLocks/>
              <a:stCxn id="3" idx="1"/>
              <a:endCxn id="12" idx="3"/>
            </p:cNvCxnSpPr>
            <p:nvPr/>
          </p:nvCxnSpPr>
          <p:spPr>
            <a:xfrm flipH="1">
              <a:off x="15331646" y="5790802"/>
              <a:ext cx="8645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5993F4A-86AE-E436-2147-626D5C973A33}"/>
                </a:ext>
              </a:extLst>
            </p:cNvPr>
            <p:cNvSpPr/>
            <p:nvPr/>
          </p:nvSpPr>
          <p:spPr>
            <a:xfrm>
              <a:off x="11094639" y="5398106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Audit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087151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7804-D289-AA66-91BE-2DD7553AF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37EEFD6-C26B-A959-E5C2-7FEF504559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Why Nexus?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F6EC0C2-DA16-D08D-00FD-776C1B57DB7E}"/>
              </a:ext>
            </a:extLst>
          </p:cNvPr>
          <p:cNvSpPr txBox="1"/>
          <p:nvPr/>
        </p:nvSpPr>
        <p:spPr>
          <a:xfrm>
            <a:off x="1449465" y="1718395"/>
            <a:ext cx="16367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Unlike a traditional file management solution, Nexus manages engineering relationships rather than files alone.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5A2C2-BC11-82BD-CBBD-1B72C18BCB3D}"/>
              </a:ext>
            </a:extLst>
          </p:cNvPr>
          <p:cNvSpPr/>
          <p:nvPr/>
        </p:nvSpPr>
        <p:spPr>
          <a:xfrm>
            <a:off x="7568878" y="2784979"/>
            <a:ext cx="3150244" cy="955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Product Structure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B05C752-F0CF-26DE-3794-9BF45FD713F9}"/>
              </a:ext>
            </a:extLst>
          </p:cNvPr>
          <p:cNvSpPr/>
          <p:nvPr/>
        </p:nvSpPr>
        <p:spPr>
          <a:xfrm>
            <a:off x="7994072" y="4586100"/>
            <a:ext cx="2299855" cy="22998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NEXUS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3CD340-6C25-E2D0-1FFA-C82ECB46DE14}"/>
              </a:ext>
            </a:extLst>
          </p:cNvPr>
          <p:cNvSpPr/>
          <p:nvPr/>
        </p:nvSpPr>
        <p:spPr>
          <a:xfrm>
            <a:off x="11766806" y="5341203"/>
            <a:ext cx="3150244" cy="955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Engineering Issues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2C16B8-119D-96F4-69CD-D05B81505751}"/>
              </a:ext>
            </a:extLst>
          </p:cNvPr>
          <p:cNvSpPr/>
          <p:nvPr/>
        </p:nvSpPr>
        <p:spPr>
          <a:xfrm>
            <a:off x="7568878" y="7715505"/>
            <a:ext cx="3150244" cy="955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Engineering Decisions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A45BC-5176-67ED-6E1A-6A18FE59411C}"/>
              </a:ext>
            </a:extLst>
          </p:cNvPr>
          <p:cNvSpPr/>
          <p:nvPr/>
        </p:nvSpPr>
        <p:spPr>
          <a:xfrm>
            <a:off x="3093859" y="5341203"/>
            <a:ext cx="3150244" cy="955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Revision History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17CD41-B379-C266-1282-DE790DA00E54}"/>
              </a:ext>
            </a:extLst>
          </p:cNvPr>
          <p:cNvSpPr/>
          <p:nvPr/>
        </p:nvSpPr>
        <p:spPr>
          <a:xfrm>
            <a:off x="3472194" y="3262961"/>
            <a:ext cx="3150244" cy="955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Project Knowledge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660688-F225-3DB8-F3A0-2BE4AD5785FB}"/>
              </a:ext>
            </a:extLst>
          </p:cNvPr>
          <p:cNvSpPr/>
          <p:nvPr/>
        </p:nvSpPr>
        <p:spPr>
          <a:xfrm>
            <a:off x="11331983" y="3262961"/>
            <a:ext cx="3150244" cy="955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CAD Models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F97574-97D4-6051-78DC-25EB20756497}"/>
              </a:ext>
            </a:extLst>
          </p:cNvPr>
          <p:cNvSpPr/>
          <p:nvPr/>
        </p:nvSpPr>
        <p:spPr>
          <a:xfrm>
            <a:off x="11331983" y="7237523"/>
            <a:ext cx="3150244" cy="955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Validation Documents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40B583-AA4A-1961-3A79-FA6605DEF0DE}"/>
              </a:ext>
            </a:extLst>
          </p:cNvPr>
          <p:cNvSpPr/>
          <p:nvPr/>
        </p:nvSpPr>
        <p:spPr>
          <a:xfrm>
            <a:off x="3472194" y="7237523"/>
            <a:ext cx="3150244" cy="955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Deliverables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7816C79-5EA9-4997-68BC-4ED2F52CBC6E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9144000" y="3740943"/>
            <a:ext cx="0" cy="845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FA824F9-3898-3494-289C-F8DB870DC05C}"/>
              </a:ext>
            </a:extLst>
          </p:cNvPr>
          <p:cNvCxnSpPr>
            <a:cxnSpLocks/>
            <a:stCxn id="4" idx="7"/>
          </p:cNvCxnSpPr>
          <p:nvPr/>
        </p:nvCxnSpPr>
        <p:spPr>
          <a:xfrm flipV="1">
            <a:off x="9957121" y="4218925"/>
            <a:ext cx="1374862" cy="703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C454721-9A90-EC04-6F43-E87C80D3BDBC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10293927" y="5736028"/>
            <a:ext cx="1472879" cy="83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ED88BAE-75A7-825B-5DD6-B6BDC1255BE5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9957121" y="6549149"/>
            <a:ext cx="1374862" cy="688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B4EED7F8-6E99-080C-91CD-5AA271207AE9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9144000" y="6885955"/>
            <a:ext cx="0" cy="829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0B8BBC6-D99B-F887-3C97-49A450C346AF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6622438" y="6549149"/>
            <a:ext cx="1708440" cy="688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0C678F1E-7006-C77E-64DC-C29575FD0F03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>
            <a:off x="6244103" y="5736028"/>
            <a:ext cx="1749969" cy="83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EAEEB2F8-DFD8-3948-0594-2A057298399B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622438" y="4234532"/>
            <a:ext cx="1708440" cy="688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83710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268C1-7BF8-BB1A-5BD1-893292BF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A46AE77-AF3C-AE8E-0774-B2194B08DF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Benefits Compared to the Current Process</a:t>
            </a:r>
            <a:endParaRPr lang="fr-FR" sz="50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7ACB0-EEEE-D959-041E-2B4CF6D74490}"/>
              </a:ext>
            </a:extLst>
          </p:cNvPr>
          <p:cNvSpPr/>
          <p:nvPr/>
        </p:nvSpPr>
        <p:spPr>
          <a:xfrm>
            <a:off x="3100363" y="2743192"/>
            <a:ext cx="4838292" cy="51677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Current Process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Shared folders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Manual revisions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Disconnected information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Emails &amp; Excel tracking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Difficult audits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Knowledge in people's minds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3A9F86-DD80-BFEC-F980-9B27058E9515}"/>
              </a:ext>
            </a:extLst>
          </p:cNvPr>
          <p:cNvSpPr/>
          <p:nvPr/>
        </p:nvSpPr>
        <p:spPr>
          <a:xfrm>
            <a:off x="10931237" y="2743192"/>
            <a:ext cx="5029197" cy="51677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With Nexus</a:t>
            </a: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Controlled workspace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Version-controlled engineering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Complete traceability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Integrated engineering workflow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Audit-ready projects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Permanent engineering knowledge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6DC491B-C4FD-82DA-1534-D332C40351B1}"/>
              </a:ext>
            </a:extLst>
          </p:cNvPr>
          <p:cNvCxnSpPr/>
          <p:nvPr/>
        </p:nvCxnSpPr>
        <p:spPr>
          <a:xfrm>
            <a:off x="9019309" y="3103414"/>
            <a:ext cx="0" cy="5209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9382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B168-2FCA-0321-FF6F-4017E23A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8A437D1-7B63-4CE0-1B38-F1B5FE5DC6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Future Vision</a:t>
            </a:r>
            <a:endParaRPr lang="fr-FR" sz="50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A6BFE1-AD12-D08B-C624-89EA2198D135}"/>
              </a:ext>
            </a:extLst>
          </p:cNvPr>
          <p:cNvSpPr/>
          <p:nvPr/>
        </p:nvSpPr>
        <p:spPr>
          <a:xfrm>
            <a:off x="1920518" y="3145197"/>
            <a:ext cx="5699481" cy="399819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Central Server Architecture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PostgreSQL / SQL Server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REST API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Jira Synchronization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Power BI Dashboards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AI Drawing Analysis Enterprise Integration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D21AABB-A1C6-6158-9562-2FF772B880C6}"/>
              </a:ext>
            </a:extLst>
          </p:cNvPr>
          <p:cNvSpPr txBox="1"/>
          <p:nvPr/>
        </p:nvSpPr>
        <p:spPr>
          <a:xfrm>
            <a:off x="1449465" y="1718395"/>
            <a:ext cx="16367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Creo VCS has been designed as a scalable engineering platform.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Future developments include:</a:t>
            </a:r>
          </a:p>
        </p:txBody>
      </p:sp>
    </p:spTree>
    <p:extLst>
      <p:ext uri="{BB962C8B-B14F-4D97-AF65-F5344CB8AC3E}">
        <p14:creationId xmlns:p14="http://schemas.microsoft.com/office/powerpoint/2010/main" val="281875911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E0F51-BED7-33E4-A8CB-BC2784AB3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A0E3CBC-3960-C019-55D1-0B0D2FC071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Nexus User Guide</a:t>
            </a:r>
            <a:endParaRPr lang="fr-FR" sz="5000" b="1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443EEA9-6161-3EDA-A1AB-0711E08E581C}"/>
              </a:ext>
            </a:extLst>
          </p:cNvPr>
          <p:cNvSpPr txBox="1"/>
          <p:nvPr/>
        </p:nvSpPr>
        <p:spPr>
          <a:xfrm>
            <a:off x="3754582" y="4359464"/>
            <a:ext cx="101559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+mj-lt"/>
                <a:ea typeface="Roboto Medium" panose="02000000000000000000" pitchFamily="2" charset="0"/>
                <a:cs typeface="Roboto Medium" panose="02000000000000000000" pitchFamily="2" charset="0"/>
              </a:rPr>
              <a:t>“ How does Nexus improve daily engineering work? “</a:t>
            </a:r>
          </a:p>
        </p:txBody>
      </p:sp>
    </p:spTree>
    <p:extLst>
      <p:ext uri="{BB962C8B-B14F-4D97-AF65-F5344CB8AC3E}">
        <p14:creationId xmlns:p14="http://schemas.microsoft.com/office/powerpoint/2010/main" val="352270500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642BD-2171-46FF-7AD5-DE99AC88C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6478CB9-7CAF-6D0E-5860-68A4E45E24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Nexus User Guide</a:t>
            </a:r>
            <a:endParaRPr lang="fr-FR" sz="5000" b="1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7C1AE7-B826-38D6-4D1C-C15A15F6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640" y="1632776"/>
            <a:ext cx="14071601" cy="761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31427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D9AC4-141E-3EC4-7201-0950835D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629B253-FD60-8BEE-18E7-56B6C314D0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Daily Engineering Workflow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5EEDA29-4A25-F973-9E43-07FBB62F27F3}"/>
              </a:ext>
            </a:extLst>
          </p:cNvPr>
          <p:cNvSpPr txBox="1"/>
          <p:nvPr/>
        </p:nvSpPr>
        <p:spPr>
          <a:xfrm>
            <a:off x="1449465" y="1718395"/>
            <a:ext cx="16367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A typical engineering modification follows the workflow below.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8391CF-40D5-A4A3-9728-91247478ADE3}"/>
              </a:ext>
            </a:extLst>
          </p:cNvPr>
          <p:cNvSpPr/>
          <p:nvPr/>
        </p:nvSpPr>
        <p:spPr>
          <a:xfrm>
            <a:off x="3082636" y="7498978"/>
            <a:ext cx="12122728" cy="9559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This workflow ensures that every engineering modification follows the same controlled process.</a:t>
            </a: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051F3A18-F16B-AEC8-3929-5E7B2DB1621C}"/>
              </a:ext>
            </a:extLst>
          </p:cNvPr>
          <p:cNvGrpSpPr/>
          <p:nvPr/>
        </p:nvGrpSpPr>
        <p:grpSpPr>
          <a:xfrm>
            <a:off x="2886595" y="3307104"/>
            <a:ext cx="11540605" cy="3655822"/>
            <a:chOff x="795424" y="3288054"/>
            <a:chExt cx="11868451" cy="36558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43E318-4046-4C0E-B0A7-53754E4A9E0C}"/>
                </a:ext>
              </a:extLst>
            </p:cNvPr>
            <p:cNvSpPr/>
            <p:nvPr/>
          </p:nvSpPr>
          <p:spPr>
            <a:xfrm>
              <a:off x="795425" y="330661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Open Project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E40D83-010B-2E0B-3C30-567242749D36}"/>
                </a:ext>
              </a:extLst>
            </p:cNvPr>
            <p:cNvSpPr/>
            <p:nvPr/>
          </p:nvSpPr>
          <p:spPr>
            <a:xfrm>
              <a:off x="3338700" y="3288054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Find the Part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908DF92-77F5-2E19-1CB2-6C9B6CF28439}"/>
                </a:ext>
              </a:extLst>
            </p:cNvPr>
            <p:cNvSpPr/>
            <p:nvPr/>
          </p:nvSpPr>
          <p:spPr>
            <a:xfrm>
              <a:off x="5866775" y="3288054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Check-Out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DC6B1C-6FBD-F058-687B-4D495F4C3AC6}"/>
                </a:ext>
              </a:extLst>
            </p:cNvPr>
            <p:cNvSpPr/>
            <p:nvPr/>
          </p:nvSpPr>
          <p:spPr>
            <a:xfrm>
              <a:off x="8417566" y="3292499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Modify CAD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278A7D-5A2B-761D-1547-EBDDE2541332}"/>
                </a:ext>
              </a:extLst>
            </p:cNvPr>
            <p:cNvSpPr/>
            <p:nvPr/>
          </p:nvSpPr>
          <p:spPr>
            <a:xfrm>
              <a:off x="10968357" y="330661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Create Commit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B9A75C-4975-32AC-E501-0C562CE0DF5F}"/>
                </a:ext>
              </a:extLst>
            </p:cNvPr>
            <p:cNvSpPr/>
            <p:nvPr/>
          </p:nvSpPr>
          <p:spPr>
            <a:xfrm>
              <a:off x="8394850" y="4830324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Resolve Engineering Issue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3893E8-94C6-C4EE-0104-A24178E1E75B}"/>
                </a:ext>
              </a:extLst>
            </p:cNvPr>
            <p:cNvSpPr/>
            <p:nvPr/>
          </p:nvSpPr>
          <p:spPr>
            <a:xfrm>
              <a:off x="10968358" y="4830324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Attach Validation Documents</a:t>
              </a:r>
            </a:p>
          </p:txBody>
        </p: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20C07E52-C0E6-2603-1F42-30C5A421836D}"/>
                </a:ext>
              </a:extLst>
            </p:cNvPr>
            <p:cNvCxnSpPr>
              <a:stCxn id="4" idx="3"/>
            </p:cNvCxnSpPr>
            <p:nvPr/>
          </p:nvCxnSpPr>
          <p:spPr>
            <a:xfrm>
              <a:off x="2490942" y="3694540"/>
              <a:ext cx="832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73D8FD63-F2BA-0E2D-D6F1-B924214B6C6A}"/>
                </a:ext>
              </a:extLst>
            </p:cNvPr>
            <p:cNvCxnSpPr/>
            <p:nvPr/>
          </p:nvCxnSpPr>
          <p:spPr>
            <a:xfrm>
              <a:off x="5034217" y="3694540"/>
              <a:ext cx="832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666E8915-235C-BEC1-BFA9-0F011A5274DC}"/>
                </a:ext>
              </a:extLst>
            </p:cNvPr>
            <p:cNvCxnSpPr/>
            <p:nvPr/>
          </p:nvCxnSpPr>
          <p:spPr>
            <a:xfrm>
              <a:off x="7562292" y="3675722"/>
              <a:ext cx="832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E5E1E3BE-11DA-9526-DDE2-17B3F5D2C506}"/>
                </a:ext>
              </a:extLst>
            </p:cNvPr>
            <p:cNvCxnSpPr/>
            <p:nvPr/>
          </p:nvCxnSpPr>
          <p:spPr>
            <a:xfrm>
              <a:off x="10113083" y="3684613"/>
              <a:ext cx="832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04DD1650-4FEF-BE19-5821-E3A34D11E0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7960" y="5209020"/>
              <a:ext cx="75689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F0B93BB9-8696-2D72-D238-A7B59FF42D27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H="1">
              <a:off x="10090367" y="5209020"/>
              <a:ext cx="877990" cy="923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E414E4-F46C-0BA7-3B71-459B54DA16BA}"/>
                </a:ext>
              </a:extLst>
            </p:cNvPr>
            <p:cNvSpPr/>
            <p:nvPr/>
          </p:nvSpPr>
          <p:spPr>
            <a:xfrm>
              <a:off x="5942443" y="482109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Validation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ABE6E9-A988-07EC-A650-43DBE2F4A2A7}"/>
                </a:ext>
              </a:extLst>
            </p:cNvPr>
            <p:cNvSpPr/>
            <p:nvPr/>
          </p:nvSpPr>
          <p:spPr>
            <a:xfrm>
              <a:off x="3368934" y="482109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Merge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90E79D-DF9B-5AE7-D485-6ACA33262540}"/>
                </a:ext>
              </a:extLst>
            </p:cNvPr>
            <p:cNvSpPr/>
            <p:nvPr/>
          </p:nvSpPr>
          <p:spPr>
            <a:xfrm>
              <a:off x="795425" y="4821093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Release</a:t>
              </a:r>
            </a:p>
          </p:txBody>
        </p: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A3FB3C27-70B9-9A89-6D92-CFB2BB91E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7868" y="5209020"/>
              <a:ext cx="86457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29430877-6F18-5721-516C-38D277EE1B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4359" y="5209020"/>
              <a:ext cx="86457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FA3593-5672-3354-2D99-BFECA6A51105}"/>
                </a:ext>
              </a:extLst>
            </p:cNvPr>
            <p:cNvSpPr/>
            <p:nvPr/>
          </p:nvSpPr>
          <p:spPr>
            <a:xfrm>
              <a:off x="808843" y="6168022"/>
              <a:ext cx="1695517" cy="775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Export</a:t>
              </a:r>
            </a:p>
          </p:txBody>
        </p:sp>
        <p:cxnSp>
          <p:nvCxnSpPr>
            <p:cNvPr id="22" name="Connecteur : en angle 21">
              <a:extLst>
                <a:ext uri="{FF2B5EF4-FFF2-40B4-BE49-F238E27FC236}">
                  <a16:creationId xmlns:a16="http://schemas.microsoft.com/office/drawing/2014/main" id="{E0F45184-4C78-1B20-BD1A-07FB15DD3B49}"/>
                </a:ext>
              </a:extLst>
            </p:cNvPr>
            <p:cNvCxnSpPr>
              <a:cxnSpLocks/>
              <a:stCxn id="20" idx="1"/>
              <a:endCxn id="19" idx="1"/>
            </p:cNvCxnSpPr>
            <p:nvPr/>
          </p:nvCxnSpPr>
          <p:spPr>
            <a:xfrm rot="10800000" flipH="1" flipV="1">
              <a:off x="795424" y="5209019"/>
              <a:ext cx="13418" cy="1346929"/>
            </a:xfrm>
            <a:prstGeom prst="bentConnector3">
              <a:avLst>
                <a:gd name="adj1" fmla="val -175212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 : en angle 47">
              <a:extLst>
                <a:ext uri="{FF2B5EF4-FFF2-40B4-BE49-F238E27FC236}">
                  <a16:creationId xmlns:a16="http://schemas.microsoft.com/office/drawing/2014/main" id="{E46E3003-918A-041C-4A5F-FB7A4A3F2B6F}"/>
                </a:ext>
              </a:extLst>
            </p:cNvPr>
            <p:cNvCxnSpPr>
              <a:cxnSpLocks/>
              <a:stCxn id="9" idx="3"/>
              <a:endCxn id="11" idx="3"/>
            </p:cNvCxnSpPr>
            <p:nvPr/>
          </p:nvCxnSpPr>
          <p:spPr>
            <a:xfrm>
              <a:off x="12663874" y="3694540"/>
              <a:ext cx="1" cy="1523711"/>
            </a:xfrm>
            <a:prstGeom prst="bentConnector3">
              <a:avLst>
                <a:gd name="adj1" fmla="val 2286010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914144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777F5-BE6C-E806-9E4A-338844E0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8E8163A-4473-B3FF-B9FF-10B8725A42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BOM Workspace</a:t>
            </a:r>
            <a:endParaRPr lang="fr-FR" sz="50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B7C50-D5FA-A8E9-AC92-9B77D050930C}"/>
              </a:ext>
            </a:extLst>
          </p:cNvPr>
          <p:cNvSpPr/>
          <p:nvPr/>
        </p:nvSpPr>
        <p:spPr>
          <a:xfrm>
            <a:off x="1564918" y="3272197"/>
            <a:ext cx="5699481" cy="399819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Navigate the complete product structure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Search assemblies and parts instantly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View engineering status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Check document availability Monitor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engineering integrity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Review part history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2A1CD0F-C92D-2C01-10CA-EAF8A6257EBE}"/>
              </a:ext>
            </a:extLst>
          </p:cNvPr>
          <p:cNvSpPr txBox="1"/>
          <p:nvPr/>
        </p:nvSpPr>
        <p:spPr>
          <a:xfrm>
            <a:off x="1449465" y="1718395"/>
            <a:ext cx="16367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The BOM Workspace is the central entry point of the application.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From a single interface, engineers can: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CF7E6E9-DA34-26F3-3FCA-A10C0EC74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96" y="2635011"/>
            <a:ext cx="5414202" cy="637368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A183033-6139-41E9-D680-E4C823B2C42A}"/>
              </a:ext>
            </a:extLst>
          </p:cNvPr>
          <p:cNvSpPr txBox="1"/>
          <p:nvPr/>
        </p:nvSpPr>
        <p:spPr>
          <a:xfrm>
            <a:off x="1449465" y="7739196"/>
            <a:ext cx="8266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The BOM always reflects the current engineering status of the project</a:t>
            </a:r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962230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D0F60-3A90-7C30-B102-F536FB389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77A9FBE-4E4A-516D-15FA-E675BBA728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Part Information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6191F38-0C1D-1669-EE4E-41FA57DAE5FB}"/>
              </a:ext>
            </a:extLst>
          </p:cNvPr>
          <p:cNvSpPr txBox="1"/>
          <p:nvPr/>
        </p:nvSpPr>
        <p:spPr>
          <a:xfrm>
            <a:off x="1449465" y="1718395"/>
            <a:ext cx="16367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Selecting a part immediately provides all engineering information.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Available information includes: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AD01ABB-273B-4E58-F51F-D65736B18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348" y="2863316"/>
            <a:ext cx="2553101" cy="2385014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F094D19-FC3C-A568-D440-62A29D9D5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0153" y="2809495"/>
            <a:ext cx="3378924" cy="2432493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B45AEC9-0B07-FB62-7EB5-A0E7B1F0E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700" y="2860145"/>
            <a:ext cx="3527284" cy="2381843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F0490E5-0EEB-B911-231F-A8360C58A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613" y="6145542"/>
            <a:ext cx="2999458" cy="2497286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ABFDFBC-914B-510F-5837-A36CF714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6646" y="6145542"/>
            <a:ext cx="3005938" cy="2515839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265BA490-4B8B-E302-3858-46EC38E56124}"/>
              </a:ext>
            </a:extLst>
          </p:cNvPr>
          <p:cNvSpPr txBox="1"/>
          <p:nvPr/>
        </p:nvSpPr>
        <p:spPr>
          <a:xfrm>
            <a:off x="2047209" y="5275786"/>
            <a:ext cx="3179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Part Identification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3C2D359-E67E-BFCE-A628-CEAC2535B91C}"/>
              </a:ext>
            </a:extLst>
          </p:cNvPr>
          <p:cNvSpPr txBox="1"/>
          <p:nvPr/>
        </p:nvSpPr>
        <p:spPr>
          <a:xfrm>
            <a:off x="7323461" y="5263838"/>
            <a:ext cx="3179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Child Components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954EBBD-4126-7749-B2D5-519B2B660514}"/>
              </a:ext>
            </a:extLst>
          </p:cNvPr>
          <p:cNvSpPr txBox="1"/>
          <p:nvPr/>
        </p:nvSpPr>
        <p:spPr>
          <a:xfrm>
            <a:off x="12389734" y="5275786"/>
            <a:ext cx="3179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Engineering Notes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6104AFB-91CB-BAF1-6167-2EF44409EBDF}"/>
              </a:ext>
            </a:extLst>
          </p:cNvPr>
          <p:cNvSpPr txBox="1"/>
          <p:nvPr/>
        </p:nvSpPr>
        <p:spPr>
          <a:xfrm>
            <a:off x="2047209" y="8642828"/>
            <a:ext cx="3179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Linked Issues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E34D6C1-73B2-0C2E-193F-9E575BFFE1DE}"/>
              </a:ext>
            </a:extLst>
          </p:cNvPr>
          <p:cNvSpPr txBox="1"/>
          <p:nvPr/>
        </p:nvSpPr>
        <p:spPr>
          <a:xfrm>
            <a:off x="7061191" y="8708241"/>
            <a:ext cx="3704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Attached Documents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393DBFE-6736-3EC6-4649-B4CB1B13D59B}"/>
              </a:ext>
            </a:extLst>
          </p:cNvPr>
          <p:cNvSpPr txBox="1"/>
          <p:nvPr/>
        </p:nvSpPr>
        <p:spPr>
          <a:xfrm>
            <a:off x="12127464" y="8708241"/>
            <a:ext cx="3704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Engineering History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20AAD2B6-C45B-05A3-306D-41A0EE0D809D}"/>
              </a:ext>
            </a:extLst>
          </p:cNvPr>
          <p:cNvGrpSpPr/>
          <p:nvPr/>
        </p:nvGrpSpPr>
        <p:grpSpPr>
          <a:xfrm>
            <a:off x="1763452" y="6257814"/>
            <a:ext cx="3832891" cy="2385014"/>
            <a:chOff x="2047209" y="6282637"/>
            <a:chExt cx="3832891" cy="2385014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E1B0D221-0B8A-C7A3-E70B-91BDC09EC1BA}"/>
                </a:ext>
              </a:extLst>
            </p:cNvPr>
            <p:cNvGrpSpPr/>
            <p:nvPr/>
          </p:nvGrpSpPr>
          <p:grpSpPr>
            <a:xfrm>
              <a:off x="2047209" y="6282637"/>
              <a:ext cx="3832891" cy="2385014"/>
              <a:chOff x="2680151" y="6494981"/>
              <a:chExt cx="3832891" cy="2385014"/>
            </a:xfrm>
          </p:grpSpPr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8D3CFA1D-B1A4-7353-9B2A-E8FA584C9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r="65438"/>
              <a:stretch>
                <a:fillRect/>
              </a:stretch>
            </p:blipFill>
            <p:spPr>
              <a:xfrm>
                <a:off x="2680151" y="6494981"/>
                <a:ext cx="2323649" cy="2385014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21" name="Image 20">
                <a:extLst>
                  <a:ext uri="{FF2B5EF4-FFF2-40B4-BE49-F238E27FC236}">
                    <a16:creationId xmlns:a16="http://schemas.microsoft.com/office/drawing/2014/main" id="{629593E0-ED51-E645-83AB-37ED3417C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77551"/>
              <a:stretch>
                <a:fillRect/>
              </a:stretch>
            </p:blipFill>
            <p:spPr>
              <a:xfrm>
                <a:off x="5003800" y="6494981"/>
                <a:ext cx="1509242" cy="2385014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C031B6F-A9A0-CBBC-68D3-66DFEC8951BB}"/>
                </a:ext>
              </a:extLst>
            </p:cNvPr>
            <p:cNvSpPr/>
            <p:nvPr/>
          </p:nvSpPr>
          <p:spPr>
            <a:xfrm>
              <a:off x="2047209" y="6282637"/>
              <a:ext cx="3832891" cy="2385014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444167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C335-7365-D098-CEB6-54D90CE8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BEED712-B721-544A-9A0E-C7F697F91E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Controlled Engineering Changes</a:t>
            </a:r>
            <a:endParaRPr lang="fr-FR" sz="50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1901E-9731-0A7E-5D63-E2E832821009}"/>
              </a:ext>
            </a:extLst>
          </p:cNvPr>
          <p:cNvSpPr/>
          <p:nvPr/>
        </p:nvSpPr>
        <p:spPr>
          <a:xfrm>
            <a:off x="1933218" y="3282711"/>
            <a:ext cx="5699481" cy="24952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Prevents simultaneous modifications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Identifies the current owner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Protects project integrity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Creates a complete audit history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085192-A4F1-2A83-B878-0F6E14FE8206}"/>
              </a:ext>
            </a:extLst>
          </p:cNvPr>
          <p:cNvSpPr txBox="1"/>
          <p:nvPr/>
        </p:nvSpPr>
        <p:spPr>
          <a:xfrm>
            <a:off x="1449465" y="2366095"/>
            <a:ext cx="16367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Before modifying a component, the engineer performs a Check-Out.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Benefits: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A6CC227-DA37-3B6A-B0E0-621D709B9EC1}"/>
              </a:ext>
            </a:extLst>
          </p:cNvPr>
          <p:cNvSpPr txBox="1"/>
          <p:nvPr/>
        </p:nvSpPr>
        <p:spPr>
          <a:xfrm>
            <a:off x="1562975" y="6265996"/>
            <a:ext cx="15434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After modification, the engineer performs a Commit to submit the work for validation. Or Check-in to release the part.</a:t>
            </a:r>
          </a:p>
        </p:txBody>
      </p:sp>
    </p:spTree>
    <p:extLst>
      <p:ext uri="{BB962C8B-B14F-4D97-AF65-F5344CB8AC3E}">
        <p14:creationId xmlns:p14="http://schemas.microsoft.com/office/powerpoint/2010/main" val="302240718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C7E54-8CF8-A549-81EC-B38B25A7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91049DE-218C-CCF3-C254-A2B5C6E9A2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Engineering File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EA1179-817D-4AF3-55D9-677BBE0133E0}"/>
              </a:ext>
            </a:extLst>
          </p:cNvPr>
          <p:cNvSpPr/>
          <p:nvPr/>
        </p:nvSpPr>
        <p:spPr>
          <a:xfrm>
            <a:off x="1933218" y="3227414"/>
            <a:ext cx="5699481" cy="38337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Native Creo Files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Drawings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PDF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STEP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Technical Reports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Validation Documents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68DF476-CF6E-4B49-8F3E-80A36FB83FD5}"/>
              </a:ext>
            </a:extLst>
          </p:cNvPr>
          <p:cNvSpPr txBox="1"/>
          <p:nvPr/>
        </p:nvSpPr>
        <p:spPr>
          <a:xfrm>
            <a:off x="1449465" y="1993406"/>
            <a:ext cx="13422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Each component can contain multiple engineering deliverables.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Supported documents include: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58167DB-EDB0-7D28-34A2-A285E6C9037F}"/>
              </a:ext>
            </a:extLst>
          </p:cNvPr>
          <p:cNvSpPr txBox="1"/>
          <p:nvPr/>
        </p:nvSpPr>
        <p:spPr>
          <a:xfrm>
            <a:off x="1526818" y="7464184"/>
            <a:ext cx="7617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Each file is version-controlled independently while remaining linked to the engineering component.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C71900-481A-3D1A-F6B8-0E8D2782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800" y="2722803"/>
            <a:ext cx="7531100" cy="6270236"/>
          </a:xfrm>
          <a:prstGeom prst="rect">
            <a:avLst/>
          </a:prstGeom>
          <a:ln w="38100"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5C70C9-B040-C9A1-8E8C-4638C50B6F2D}"/>
              </a:ext>
            </a:extLst>
          </p:cNvPr>
          <p:cNvSpPr/>
          <p:nvPr/>
        </p:nvSpPr>
        <p:spPr>
          <a:xfrm>
            <a:off x="14871700" y="1742994"/>
            <a:ext cx="1727200" cy="500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Attachment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90838F4-C4AD-358E-3771-E19430EF6104}"/>
              </a:ext>
            </a:extLst>
          </p:cNvPr>
          <p:cNvCxnSpPr>
            <a:stCxn id="6" idx="2"/>
          </p:cNvCxnSpPr>
          <p:nvPr/>
        </p:nvCxnSpPr>
        <p:spPr>
          <a:xfrm flipH="1">
            <a:off x="13779500" y="2243818"/>
            <a:ext cx="1955800" cy="1197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FE867FE-FC5C-CC3A-75C8-27A41FD747FF}"/>
              </a:ext>
            </a:extLst>
          </p:cNvPr>
          <p:cNvSpPr/>
          <p:nvPr/>
        </p:nvSpPr>
        <p:spPr>
          <a:xfrm>
            <a:off x="7327900" y="3547995"/>
            <a:ext cx="1727200" cy="500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 Versions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81C963F-7C49-D480-16C9-D19EC64278C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8191500" y="4048819"/>
            <a:ext cx="1955800" cy="757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894B2-2416-2000-2BA6-7EAD77D63EE1}"/>
              </a:ext>
            </a:extLst>
          </p:cNvPr>
          <p:cNvSpPr/>
          <p:nvPr/>
        </p:nvSpPr>
        <p:spPr>
          <a:xfrm>
            <a:off x="9817100" y="4356100"/>
            <a:ext cx="7327900" cy="899490"/>
          </a:xfrm>
          <a:prstGeom prst="rect">
            <a:avLst/>
          </a:prstGeom>
          <a:noFill/>
          <a:ln w="19050">
            <a:solidFill>
              <a:srgbClr val="00A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3F9EDA-147C-2677-D5B9-73714407523C}"/>
              </a:ext>
            </a:extLst>
          </p:cNvPr>
          <p:cNvSpPr/>
          <p:nvPr/>
        </p:nvSpPr>
        <p:spPr>
          <a:xfrm>
            <a:off x="9817100" y="3130025"/>
            <a:ext cx="7327900" cy="830997"/>
          </a:xfrm>
          <a:prstGeom prst="rect">
            <a:avLst/>
          </a:prstGeom>
          <a:noFill/>
          <a:ln w="19050">
            <a:solidFill>
              <a:srgbClr val="00A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45207B-006B-DAAB-382E-61D0820F4563}"/>
              </a:ext>
            </a:extLst>
          </p:cNvPr>
          <p:cNvSpPr/>
          <p:nvPr/>
        </p:nvSpPr>
        <p:spPr>
          <a:xfrm>
            <a:off x="7572375" y="6573529"/>
            <a:ext cx="1727200" cy="500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 Preview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77807E5-D480-44DE-6ACC-50DD7182C685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299575" y="6823941"/>
            <a:ext cx="974725" cy="640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5C814B5-8D0E-26B7-7F53-D01A057C5CFE}"/>
              </a:ext>
            </a:extLst>
          </p:cNvPr>
          <p:cNvSpPr/>
          <p:nvPr/>
        </p:nvSpPr>
        <p:spPr>
          <a:xfrm>
            <a:off x="9804400" y="6550493"/>
            <a:ext cx="7327900" cy="1905363"/>
          </a:xfrm>
          <a:prstGeom prst="rect">
            <a:avLst/>
          </a:prstGeom>
          <a:noFill/>
          <a:ln w="19050">
            <a:solidFill>
              <a:srgbClr val="00A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6831E3-C9FC-AA65-A8F6-C27FC7F41C38}"/>
              </a:ext>
            </a:extLst>
          </p:cNvPr>
          <p:cNvSpPr/>
          <p:nvPr/>
        </p:nvSpPr>
        <p:spPr>
          <a:xfrm>
            <a:off x="7327900" y="4810350"/>
            <a:ext cx="1727200" cy="500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Related issue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DE4630F8-DC62-E04E-5FCC-67718F5A15D0}"/>
              </a:ext>
            </a:extLst>
          </p:cNvPr>
          <p:cNvCxnSpPr>
            <a:cxnSpLocks/>
          </p:cNvCxnSpPr>
          <p:nvPr/>
        </p:nvCxnSpPr>
        <p:spPr>
          <a:xfrm>
            <a:off x="8191500" y="5309889"/>
            <a:ext cx="1955800" cy="585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7FB9CE3-4735-A841-785E-22C98B569C7C}"/>
              </a:ext>
            </a:extLst>
          </p:cNvPr>
          <p:cNvSpPr/>
          <p:nvPr/>
        </p:nvSpPr>
        <p:spPr>
          <a:xfrm>
            <a:off x="9817100" y="5421010"/>
            <a:ext cx="7327900" cy="762649"/>
          </a:xfrm>
          <a:prstGeom prst="rect">
            <a:avLst/>
          </a:prstGeom>
          <a:noFill/>
          <a:ln w="19050">
            <a:solidFill>
              <a:srgbClr val="00A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6268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10C19-79FB-2D1D-C9EE-73196407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A79F6D6-7612-CCC1-D7DA-47641C2759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Commit Management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4FB0E610-2EEC-464F-A086-95436020AB9C}"/>
              </a:ext>
            </a:extLst>
          </p:cNvPr>
          <p:cNvGrpSpPr/>
          <p:nvPr/>
        </p:nvGrpSpPr>
        <p:grpSpPr>
          <a:xfrm>
            <a:off x="6908801" y="1973741"/>
            <a:ext cx="11132818" cy="5583355"/>
            <a:chOff x="1688312" y="1749350"/>
            <a:chExt cx="14489735" cy="7572874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691F6BEC-95D0-D4F0-F5EA-7B939A427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9952" y="1749350"/>
              <a:ext cx="14068095" cy="757287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9E9C17-4500-6DB3-4C7E-99A77F0776D9}"/>
                </a:ext>
              </a:extLst>
            </p:cNvPr>
            <p:cNvSpPr/>
            <p:nvPr/>
          </p:nvSpPr>
          <p:spPr>
            <a:xfrm>
              <a:off x="2222500" y="3416300"/>
              <a:ext cx="9220200" cy="1536700"/>
            </a:xfrm>
            <a:prstGeom prst="rect">
              <a:avLst/>
            </a:prstGeom>
            <a:noFill/>
            <a:ln w="19050">
              <a:solidFill>
                <a:srgbClr val="00AE4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6D2B82-36D7-6982-5E3A-4DC4E51687D4}"/>
                </a:ext>
              </a:extLst>
            </p:cNvPr>
            <p:cNvSpPr/>
            <p:nvPr/>
          </p:nvSpPr>
          <p:spPr>
            <a:xfrm>
              <a:off x="2201392" y="5198442"/>
              <a:ext cx="9114308" cy="1761158"/>
            </a:xfrm>
            <a:prstGeom prst="rect">
              <a:avLst/>
            </a:prstGeom>
            <a:noFill/>
            <a:ln w="19050">
              <a:solidFill>
                <a:srgbClr val="00AE4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DC65A9-24A8-F305-6468-10255E04D828}"/>
                </a:ext>
              </a:extLst>
            </p:cNvPr>
            <p:cNvSpPr/>
            <p:nvPr/>
          </p:nvSpPr>
          <p:spPr>
            <a:xfrm>
              <a:off x="4406900" y="4685313"/>
              <a:ext cx="1511300" cy="178787"/>
            </a:xfrm>
            <a:prstGeom prst="rect">
              <a:avLst/>
            </a:prstGeom>
            <a:noFill/>
            <a:ln w="19050">
              <a:solidFill>
                <a:srgbClr val="00AE4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E5C3E7-AA99-DB7A-CC66-1F5250E237EC}"/>
                </a:ext>
              </a:extLst>
            </p:cNvPr>
            <p:cNvSpPr/>
            <p:nvPr/>
          </p:nvSpPr>
          <p:spPr>
            <a:xfrm>
              <a:off x="2201392" y="7032912"/>
              <a:ext cx="9114308" cy="825288"/>
            </a:xfrm>
            <a:prstGeom prst="rect">
              <a:avLst/>
            </a:prstGeom>
            <a:noFill/>
            <a:ln w="19050">
              <a:solidFill>
                <a:srgbClr val="00AE4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14EE7D-D94B-6439-B859-92D969119E90}"/>
                </a:ext>
              </a:extLst>
            </p:cNvPr>
            <p:cNvSpPr/>
            <p:nvPr/>
          </p:nvSpPr>
          <p:spPr>
            <a:xfrm>
              <a:off x="2201392" y="7931512"/>
              <a:ext cx="9114308" cy="475888"/>
            </a:xfrm>
            <a:prstGeom prst="rect">
              <a:avLst/>
            </a:prstGeom>
            <a:noFill/>
            <a:ln w="19050">
              <a:solidFill>
                <a:srgbClr val="00AE4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DAF72A-0C60-8476-D708-D678B78618D4}"/>
                </a:ext>
              </a:extLst>
            </p:cNvPr>
            <p:cNvSpPr/>
            <p:nvPr/>
          </p:nvSpPr>
          <p:spPr>
            <a:xfrm>
              <a:off x="5937250" y="4685313"/>
              <a:ext cx="1098550" cy="178787"/>
            </a:xfrm>
            <a:prstGeom prst="rect">
              <a:avLst/>
            </a:prstGeom>
            <a:noFill/>
            <a:ln w="19050">
              <a:solidFill>
                <a:srgbClr val="00AE4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77D0F4-F88E-1D0F-177C-E3BD37EAFC51}"/>
                </a:ext>
              </a:extLst>
            </p:cNvPr>
            <p:cNvSpPr/>
            <p:nvPr/>
          </p:nvSpPr>
          <p:spPr>
            <a:xfrm>
              <a:off x="2109951" y="8652842"/>
              <a:ext cx="14068095" cy="475888"/>
            </a:xfrm>
            <a:prstGeom prst="rect">
              <a:avLst/>
            </a:prstGeom>
            <a:noFill/>
            <a:ln w="19050">
              <a:solidFill>
                <a:srgbClr val="00AE4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AA5B41-C043-0DCA-1BFC-152C5BBF05B8}"/>
                </a:ext>
              </a:extLst>
            </p:cNvPr>
            <p:cNvSpPr/>
            <p:nvPr/>
          </p:nvSpPr>
          <p:spPr>
            <a:xfrm>
              <a:off x="11498580" y="3178356"/>
              <a:ext cx="4679465" cy="5474486"/>
            </a:xfrm>
            <a:prstGeom prst="rect">
              <a:avLst/>
            </a:prstGeom>
            <a:noFill/>
            <a:ln w="19050">
              <a:solidFill>
                <a:srgbClr val="00AE4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90218993-17F6-957D-A11F-973D56A122DE}"/>
                </a:ext>
              </a:extLst>
            </p:cNvPr>
            <p:cNvSpPr/>
            <p:nvPr/>
          </p:nvSpPr>
          <p:spPr>
            <a:xfrm>
              <a:off x="2362200" y="3530600"/>
              <a:ext cx="330200" cy="3302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14B1FCA5-343B-4619-2464-4CE918A06BDE}"/>
                </a:ext>
              </a:extLst>
            </p:cNvPr>
            <p:cNvSpPr/>
            <p:nvPr/>
          </p:nvSpPr>
          <p:spPr>
            <a:xfrm>
              <a:off x="4857750" y="4296826"/>
              <a:ext cx="330200" cy="3302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8B13D5DB-F0C3-2008-C48B-427BEF8A405E}"/>
                </a:ext>
              </a:extLst>
            </p:cNvPr>
            <p:cNvSpPr/>
            <p:nvPr/>
          </p:nvSpPr>
          <p:spPr>
            <a:xfrm>
              <a:off x="6308966" y="4296826"/>
              <a:ext cx="330200" cy="3302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5156B335-D2EE-227D-2ABF-51294F07EF63}"/>
                </a:ext>
              </a:extLst>
            </p:cNvPr>
            <p:cNvSpPr/>
            <p:nvPr/>
          </p:nvSpPr>
          <p:spPr>
            <a:xfrm>
              <a:off x="1688312" y="5915599"/>
              <a:ext cx="330200" cy="3302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8904924A-E5B7-F247-55C3-3A53AE9648DE}"/>
                </a:ext>
              </a:extLst>
            </p:cNvPr>
            <p:cNvSpPr/>
            <p:nvPr/>
          </p:nvSpPr>
          <p:spPr>
            <a:xfrm>
              <a:off x="1688312" y="7115356"/>
              <a:ext cx="330200" cy="3302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B0023528-2402-3668-B874-B91F3A073B3C}"/>
                </a:ext>
              </a:extLst>
            </p:cNvPr>
            <p:cNvSpPr/>
            <p:nvPr/>
          </p:nvSpPr>
          <p:spPr>
            <a:xfrm>
              <a:off x="1688312" y="7984913"/>
              <a:ext cx="330200" cy="3302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6C6E9C1-588A-219D-E26B-A781C424504E}"/>
                </a:ext>
              </a:extLst>
            </p:cNvPr>
            <p:cNvSpPr/>
            <p:nvPr/>
          </p:nvSpPr>
          <p:spPr>
            <a:xfrm>
              <a:off x="1688312" y="8725686"/>
              <a:ext cx="330200" cy="3302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62A8852-8FEB-1C38-C8BD-209CCE771BAE}"/>
              </a:ext>
            </a:extLst>
          </p:cNvPr>
          <p:cNvSpPr/>
          <p:nvPr/>
        </p:nvSpPr>
        <p:spPr>
          <a:xfrm>
            <a:off x="3657301" y="8037979"/>
            <a:ext cx="10528599" cy="95596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This provides complete traceability for every engineering decision.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803A735-155A-3F70-D5CB-A93ECCB4BDCD}"/>
              </a:ext>
            </a:extLst>
          </p:cNvPr>
          <p:cNvSpPr txBox="1"/>
          <p:nvPr/>
        </p:nvSpPr>
        <p:spPr>
          <a:xfrm>
            <a:off x="1326982" y="1877383"/>
            <a:ext cx="6134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A Commit represents one engineering modification.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Each commit contains: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70746C-5FE8-03D8-E140-6466AEA425CE}"/>
              </a:ext>
            </a:extLst>
          </p:cNvPr>
          <p:cNvSpPr/>
          <p:nvPr/>
        </p:nvSpPr>
        <p:spPr>
          <a:xfrm>
            <a:off x="1803101" y="3069623"/>
            <a:ext cx="5699481" cy="44874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Modified CAD Files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Engineering Description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Validation Documents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Linked Engineering Issues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Jira Reference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STEP Comparison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Complete Modification History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7EFC9E-7CE9-CB4C-28E7-D2DA306C7317}"/>
              </a:ext>
            </a:extLst>
          </p:cNvPr>
          <p:cNvSpPr/>
          <p:nvPr/>
        </p:nvSpPr>
        <p:spPr>
          <a:xfrm>
            <a:off x="10712664" y="1328157"/>
            <a:ext cx="1727200" cy="500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Commit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2B3531C5-1E8C-326C-FF80-57AD40BAFB9B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1017407" y="1828981"/>
            <a:ext cx="558857" cy="1509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7BF1D94-59BE-AEAD-39DA-9940C1D83570}"/>
              </a:ext>
            </a:extLst>
          </p:cNvPr>
          <p:cNvSpPr/>
          <p:nvPr/>
        </p:nvSpPr>
        <p:spPr>
          <a:xfrm>
            <a:off x="15481300" y="1312913"/>
            <a:ext cx="2022904" cy="500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Pending Commits</a:t>
            </a: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B336ADC9-67A9-487D-DDE1-206D26048314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16081747" y="1813737"/>
            <a:ext cx="411005" cy="1509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94085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3F37-5A3E-AD62-2D9A-483AEBA0D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BDDFF07B-0AB8-A081-7A0E-E80E1258E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08" y="2354215"/>
            <a:ext cx="10370110" cy="5580158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644FBD7-06CC-D399-CC3F-5F5A7B0FEA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Issue Management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BA90D1-8E7C-CDCE-F636-CDA9FDDA1150}"/>
              </a:ext>
            </a:extLst>
          </p:cNvPr>
          <p:cNvSpPr/>
          <p:nvPr/>
        </p:nvSpPr>
        <p:spPr>
          <a:xfrm>
            <a:off x="4562391" y="8177830"/>
            <a:ext cx="8782563" cy="95596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Every issue remains connected to the engineering history.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D751C76-B6B2-042F-E1B1-0C65E8EBEFC6}"/>
              </a:ext>
            </a:extLst>
          </p:cNvPr>
          <p:cNvSpPr txBox="1"/>
          <p:nvPr/>
        </p:nvSpPr>
        <p:spPr>
          <a:xfrm>
            <a:off x="1326982" y="1877383"/>
            <a:ext cx="6470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Engineering Issues allow teams to formally manage design problems.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Each Issue contains: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AC2D66-DAD3-9F74-7C4F-1102F876D587}"/>
              </a:ext>
            </a:extLst>
          </p:cNvPr>
          <p:cNvSpPr/>
          <p:nvPr/>
        </p:nvSpPr>
        <p:spPr>
          <a:xfrm>
            <a:off x="1762250" y="3158909"/>
            <a:ext cx="5699481" cy="44874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Description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Priority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Assignee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Affected Parts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Comments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Attachments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Linked Commits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Validation Status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85825074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3B7F9-957B-BB19-9D1B-E84484598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1AB1289-C002-B7E2-D0EA-F8C89A2707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Snapshots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74DC122-9EBC-29A1-96D5-8834703E0C14}"/>
              </a:ext>
            </a:extLst>
          </p:cNvPr>
          <p:cNvSpPr txBox="1"/>
          <p:nvPr/>
        </p:nvSpPr>
        <p:spPr>
          <a:xfrm>
            <a:off x="1326982" y="1877383"/>
            <a:ext cx="6470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Snapshots preserve the exact state of a project at a given moment.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Typical use cases: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D4513A-3E0F-8B1C-6CD7-169831EA961E}"/>
              </a:ext>
            </a:extLst>
          </p:cNvPr>
          <p:cNvSpPr/>
          <p:nvPr/>
        </p:nvSpPr>
        <p:spPr>
          <a:xfrm>
            <a:off x="1712650" y="3321169"/>
            <a:ext cx="5699481" cy="27465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Project Milestones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Customer Deliveries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Design Reviews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Certification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Project Comparison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47B50E-A812-0960-9174-A69E323C83FF}"/>
              </a:ext>
            </a:extLst>
          </p:cNvPr>
          <p:cNvSpPr txBox="1"/>
          <p:nvPr/>
        </p:nvSpPr>
        <p:spPr>
          <a:xfrm>
            <a:off x="1326983" y="6732894"/>
            <a:ext cx="7016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Snapshots provide a reliable engineering reference throughout the project lifecycle.</a:t>
            </a:r>
          </a:p>
        </p:txBody>
      </p:sp>
    </p:spTree>
    <p:extLst>
      <p:ext uri="{BB962C8B-B14F-4D97-AF65-F5344CB8AC3E}">
        <p14:creationId xmlns:p14="http://schemas.microsoft.com/office/powerpoint/2010/main" val="2845585150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EB870-2088-2AA0-1160-8456C5A2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39C67CD-C1E3-7027-EDB7-FE5C378333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Diagnostics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E2B7824-01DA-B16F-4580-3083C5074651}"/>
              </a:ext>
            </a:extLst>
          </p:cNvPr>
          <p:cNvSpPr txBox="1"/>
          <p:nvPr/>
        </p:nvSpPr>
        <p:spPr>
          <a:xfrm>
            <a:off x="1326982" y="1877383"/>
            <a:ext cx="7537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Nexus always checks the workspace and before release automatically verifies project integrity.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Diagnostics detect: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1CCC69-56F4-37F5-51CA-5DC84D6D2778}"/>
              </a:ext>
            </a:extLst>
          </p:cNvPr>
          <p:cNvSpPr/>
          <p:nvPr/>
        </p:nvSpPr>
        <p:spPr>
          <a:xfrm>
            <a:off x="1712650" y="3321169"/>
            <a:ext cx="5699481" cy="27465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Missing Files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Unexpected Files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Working Directory Issues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Database Synchronization Problems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Engineering Inconsistencies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1894128-9232-6E64-F68F-8C630906D44A}"/>
              </a:ext>
            </a:extLst>
          </p:cNvPr>
          <p:cNvSpPr txBox="1"/>
          <p:nvPr/>
        </p:nvSpPr>
        <p:spPr>
          <a:xfrm>
            <a:off x="1326982" y="6311217"/>
            <a:ext cx="7016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This significantly reduces release risks.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F116D4-4C9A-0662-A1E0-75AEFCC76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684" y="3015006"/>
            <a:ext cx="9654216" cy="520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726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85C04-5E6B-D45C-84C0-F31689EC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5B53F47-5E07-EF6D-83D7-A22790E342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Team Collaboration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CF6F39B-34D1-D11A-C661-2985D9B4D4E6}"/>
              </a:ext>
            </a:extLst>
          </p:cNvPr>
          <p:cNvSpPr txBox="1"/>
          <p:nvPr/>
        </p:nvSpPr>
        <p:spPr>
          <a:xfrm>
            <a:off x="1742823" y="1887865"/>
            <a:ext cx="7490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Nexus enables controlled collaboration between engineers.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The platform ensures: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50461F-15CC-DB08-12D4-F728A35243C4}"/>
              </a:ext>
            </a:extLst>
          </p:cNvPr>
          <p:cNvSpPr/>
          <p:nvPr/>
        </p:nvSpPr>
        <p:spPr>
          <a:xfrm>
            <a:off x="2093650" y="3289538"/>
            <a:ext cx="5699481" cy="27465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Controlled ownership through Check-Out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Clear validation responsibilities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Complete engineering history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Shared project visibility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Safe collaboration without file conflicts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867F4CB-2E7A-C15C-117A-927FF02C4C8A}"/>
              </a:ext>
            </a:extLst>
          </p:cNvPr>
          <p:cNvSpPr txBox="1"/>
          <p:nvPr/>
        </p:nvSpPr>
        <p:spPr>
          <a:xfrm>
            <a:off x="10343982" y="1877383"/>
            <a:ext cx="7537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For SH, Nexus provides complete visibility over project progress.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At any moment, they can identify: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6201D-BABE-44DC-4618-7A092C78728F}"/>
              </a:ext>
            </a:extLst>
          </p:cNvPr>
          <p:cNvSpPr/>
          <p:nvPr/>
        </p:nvSpPr>
        <p:spPr>
          <a:xfrm>
            <a:off x="10875871" y="3321169"/>
            <a:ext cx="5699481" cy="34517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Checked-Out Parts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Open Engineering Issues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Pending Validations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Recent Commits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Missing Deliverables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Project Health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Release Readiness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C1EAD-7795-BDF4-DF42-447DAAECCFDB}"/>
              </a:ext>
            </a:extLst>
          </p:cNvPr>
          <p:cNvSpPr/>
          <p:nvPr/>
        </p:nvSpPr>
        <p:spPr>
          <a:xfrm>
            <a:off x="4300409" y="7337159"/>
            <a:ext cx="10652382" cy="95596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This allows faster decision-making and better workload management.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FE9572-FFBE-09C9-FD00-C367D73D9353}"/>
              </a:ext>
            </a:extLst>
          </p:cNvPr>
          <p:cNvCxnSpPr/>
          <p:nvPr/>
        </p:nvCxnSpPr>
        <p:spPr>
          <a:xfrm>
            <a:off x="9626600" y="1995465"/>
            <a:ext cx="0" cy="4777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46708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1B74-898E-C7F4-FC83-C8844702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73E331E-23AC-EE6F-AB6F-ADA61C95D7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en-US" sz="5000" b="1" dirty="0"/>
              <a:t>Conclusion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C88155B-067C-F8DF-02C0-42E0863E8195}"/>
              </a:ext>
            </a:extLst>
          </p:cNvPr>
          <p:cNvSpPr txBox="1"/>
          <p:nvPr/>
        </p:nvSpPr>
        <p:spPr>
          <a:xfrm>
            <a:off x="1326982" y="1887865"/>
            <a:ext cx="16516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Creo VCS is more than a Version Control System.</a:t>
            </a:r>
          </a:p>
          <a:p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It is a Mechanical Engineering Collaboration Platform that connects the workflow into one unified engineering ecosystem: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08C230-61D0-56A5-1E16-19CF34CA926F}"/>
              </a:ext>
            </a:extLst>
          </p:cNvPr>
          <p:cNvSpPr/>
          <p:nvPr/>
        </p:nvSpPr>
        <p:spPr>
          <a:xfrm>
            <a:off x="4074254" y="7922741"/>
            <a:ext cx="10139491" cy="95596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One Platform. One Workflow. Complete Engineering Traceability.</a:t>
            </a:r>
          </a:p>
        </p:txBody>
      </p:sp>
    </p:spTree>
    <p:extLst>
      <p:ext uri="{BB962C8B-B14F-4D97-AF65-F5344CB8AC3E}">
        <p14:creationId xmlns:p14="http://schemas.microsoft.com/office/powerpoint/2010/main" val="3106959046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F261-43D0-F4D9-2CD1-B3C9B31D0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C325241-9379-AF7E-8A51-C193FED87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1326982" y="733286"/>
            <a:ext cx="15906918" cy="899490"/>
          </a:xfrm>
        </p:spPr>
        <p:txBody>
          <a:bodyPr/>
          <a:lstStyle/>
          <a:p>
            <a:r>
              <a:rPr lang="fr-FR" sz="5000" b="1" dirty="0"/>
              <a:t>Engineering Challenges Today</a:t>
            </a:r>
            <a:endParaRPr lang="fr-FR" sz="5000" b="1" noProof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00ACFEE-943C-E138-C23C-F0D00D80BB90}"/>
              </a:ext>
            </a:extLst>
          </p:cNvPr>
          <p:cNvSpPr txBox="1"/>
          <p:nvPr/>
        </p:nvSpPr>
        <p:spPr>
          <a:xfrm>
            <a:off x="1326982" y="2480142"/>
            <a:ext cx="2623771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Codesign covers Bi &amp; tetra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Cover_tetra</a:t>
            </a:r>
            <a:endParaRPr lang="en-US" sz="1400" dirty="0"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Cover_tetra_nd</a:t>
            </a:r>
            <a:endParaRPr lang="en-US" sz="1400" dirty="0"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Cover_bi</a:t>
            </a:r>
            <a:endParaRPr lang="en-US" sz="1400" dirty="0"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Cover_bi_nd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Cover_bi_60a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Cover_bi_60a_nd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285535A-B47F-AA5A-DD3B-94B21A5252E8}"/>
              </a:ext>
            </a:extLst>
          </p:cNvPr>
          <p:cNvSpPr txBox="1"/>
          <p:nvPr/>
        </p:nvSpPr>
        <p:spPr>
          <a:xfrm>
            <a:off x="5760438" y="2803307"/>
            <a:ext cx="3896181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Button test backup solution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Cover_tetra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Cover_bi_60a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Button test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38552B9-5C69-3ADA-B999-CA498380D7D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708529" y="4496078"/>
            <a:ext cx="0" cy="837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9AA1D0C3-3808-D0AD-3A83-631D7F008D08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950753" y="3523323"/>
            <a:ext cx="1809685" cy="18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3F61F0BE-62F5-ADD8-B977-68233EAB7370}"/>
              </a:ext>
            </a:extLst>
          </p:cNvPr>
          <p:cNvSpPr txBox="1"/>
          <p:nvPr/>
        </p:nvSpPr>
        <p:spPr>
          <a:xfrm>
            <a:off x="6435848" y="5342464"/>
            <a:ext cx="2545359" cy="83099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IMPACT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test button spring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Case bi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6DAC719-78F7-F879-0108-3A2B53517B12}"/>
              </a:ext>
            </a:extLst>
          </p:cNvPr>
          <p:cNvSpPr txBox="1"/>
          <p:nvPr/>
        </p:nvSpPr>
        <p:spPr>
          <a:xfrm>
            <a:off x="12389156" y="3095695"/>
            <a:ext cx="3896181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Reduce gap with flag BI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Cover_bi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Cover_bi_60a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792B8DCC-E049-8625-AD17-EEB4F38BCCAB}"/>
              </a:ext>
            </a:extLst>
          </p:cNvPr>
          <p:cNvCxnSpPr>
            <a:cxnSpLocks/>
          </p:cNvCxnSpPr>
          <p:nvPr/>
        </p:nvCxnSpPr>
        <p:spPr>
          <a:xfrm>
            <a:off x="9656619" y="3523323"/>
            <a:ext cx="27325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F22FB3D1-8C32-2F79-A620-4A2508965328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8981207" y="5757962"/>
            <a:ext cx="12434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4D7F70A8-C5DB-E1A2-4FAE-043CBE264EFD}"/>
              </a:ext>
            </a:extLst>
          </p:cNvPr>
          <p:cNvSpPr txBox="1"/>
          <p:nvPr/>
        </p:nvSpPr>
        <p:spPr>
          <a:xfrm>
            <a:off x="10253886" y="5465574"/>
            <a:ext cx="2545359" cy="6463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UPDATE 3D et 2D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Test button spring</a:t>
            </a:r>
          </a:p>
        </p:txBody>
      </p:sp>
      <p:cxnSp>
        <p:nvCxnSpPr>
          <p:cNvPr id="33" name="Connecteur : en angle 32">
            <a:extLst>
              <a:ext uri="{FF2B5EF4-FFF2-40B4-BE49-F238E27FC236}">
                <a16:creationId xmlns:a16="http://schemas.microsoft.com/office/drawing/2014/main" id="{596C87A4-EB23-FFAC-A9D9-BFE3BE365A2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8981207" y="5757963"/>
            <a:ext cx="1243448" cy="11970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16311024-CAB2-040A-F7F7-32D535BC47C1}"/>
              </a:ext>
            </a:extLst>
          </p:cNvPr>
          <p:cNvSpPr txBox="1"/>
          <p:nvPr/>
        </p:nvSpPr>
        <p:spPr>
          <a:xfrm>
            <a:off x="10253886" y="6631816"/>
            <a:ext cx="2545359" cy="6463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UPDATE 3D et 2D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Case Bi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EC9DADE-8020-4EE4-F5DD-61A2D8AD159B}"/>
              </a:ext>
            </a:extLst>
          </p:cNvPr>
          <p:cNvSpPr txBox="1"/>
          <p:nvPr/>
        </p:nvSpPr>
        <p:spPr>
          <a:xfrm>
            <a:off x="1449466" y="1718395"/>
            <a:ext cx="2661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02/07/2026</a:t>
            </a:r>
          </a:p>
        </p:txBody>
      </p:sp>
    </p:spTree>
    <p:extLst>
      <p:ext uri="{BB962C8B-B14F-4D97-AF65-F5344CB8AC3E}">
        <p14:creationId xmlns:p14="http://schemas.microsoft.com/office/powerpoint/2010/main" val="884845579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B8F26DC-266F-DE26-27E4-E673E3E8FE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0" y="3922495"/>
            <a:ext cx="18288000" cy="1080107"/>
          </a:xfrm>
        </p:spPr>
        <p:txBody>
          <a:bodyPr/>
          <a:lstStyle/>
          <a:p>
            <a:r>
              <a:rPr lang="fr-FR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991132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RPORATE LAYOUT">
  <a:themeElements>
    <a:clrScheme name="ACTIA">
      <a:dk1>
        <a:srgbClr val="000000"/>
      </a:dk1>
      <a:lt1>
        <a:srgbClr val="FFFFFF"/>
      </a:lt1>
      <a:dk2>
        <a:srgbClr val="546472"/>
      </a:dk2>
      <a:lt2>
        <a:srgbClr val="EDF4F5"/>
      </a:lt2>
      <a:accent1>
        <a:srgbClr val="00AE4E"/>
      </a:accent1>
      <a:accent2>
        <a:srgbClr val="65BC47"/>
      </a:accent2>
      <a:accent3>
        <a:srgbClr val="BDD248"/>
      </a:accent3>
      <a:accent4>
        <a:srgbClr val="AFB3B9"/>
      </a:accent4>
      <a:accent5>
        <a:srgbClr val="2BC3EA"/>
      </a:accent5>
      <a:accent6>
        <a:srgbClr val="F79027"/>
      </a:accent6>
      <a:hlink>
        <a:srgbClr val="65BC47"/>
      </a:hlink>
      <a:folHlink>
        <a:srgbClr val="5464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lnSpc>
            <a:spcPts val="5550"/>
          </a:lnSpc>
          <a:defRPr sz="6600" b="1" dirty="0">
            <a:solidFill>
              <a:schemeClr val="tx1">
                <a:lumMod val="75000"/>
                <a:lumOff val="25000"/>
              </a:schemeClr>
            </a:solidFill>
            <a:latin typeface="Century Gothic" panose="020B0502020202020204" pitchFamily="34" charset="0"/>
            <a:ea typeface="Roboto Medium" panose="02000000000000000000" pitchFamily="2" charset="0"/>
            <a:cs typeface="Roboto Medium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daf0f1a-9072-4bbe-89e5-468542652ca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6CB1EB31423D46833CA31FD6ECB729" ma:contentTypeVersion="15" ma:contentTypeDescription="Crée un document." ma:contentTypeScope="" ma:versionID="4dd37bfee160283c6d493a8d426ebe19">
  <xsd:schema xmlns:xsd="http://www.w3.org/2001/XMLSchema" xmlns:xs="http://www.w3.org/2001/XMLSchema" xmlns:p="http://schemas.microsoft.com/office/2006/metadata/properties" xmlns:ns3="f07f475e-e44e-41a8-957d-c59e94d8f462" xmlns:ns4="4daf0f1a-9072-4bbe-89e5-468542652ca6" targetNamespace="http://schemas.microsoft.com/office/2006/metadata/properties" ma:root="true" ma:fieldsID="ffee132d349c6af258d79dadab675f28" ns3:_="" ns4:_="">
    <xsd:import namespace="f07f475e-e44e-41a8-957d-c59e94d8f462"/>
    <xsd:import namespace="4daf0f1a-9072-4bbe-89e5-468542652ca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OCR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7f475e-e44e-41a8-957d-c59e94d8f46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af0f1a-9072-4bbe-89e5-468542652c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0A4B27-25BD-471A-BEA1-7DF7B193C52D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f07f475e-e44e-41a8-957d-c59e94d8f462"/>
    <ds:schemaRef ds:uri="http://www.w3.org/XML/1998/namespace"/>
    <ds:schemaRef ds:uri="http://schemas.microsoft.com/office/infopath/2007/PartnerControls"/>
    <ds:schemaRef ds:uri="4daf0f1a-9072-4bbe-89e5-468542652ca6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B9888B8-94A5-45FB-8E7F-8270FF1567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7f475e-e44e-41a8-957d-c59e94d8f462"/>
    <ds:schemaRef ds:uri="4daf0f1a-9072-4bbe-89e5-468542652c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4A99C8-FCE9-4640-BF49-63EDD601CD5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1010</Words>
  <Application>Microsoft Office PowerPoint</Application>
  <PresentationFormat>Personnalisé</PresentationFormat>
  <Paragraphs>288</Paragraphs>
  <Slides>24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Century Gothic</vt:lpstr>
      <vt:lpstr>CORPORATE LAYOUT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ACTIA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ACTIA (EN)</dc:title>
  <dc:creator>melek.hakim@actia-engineering.tn</dc:creator>
  <cp:lastModifiedBy>Aziz MABROUK</cp:lastModifiedBy>
  <cp:revision>223</cp:revision>
  <cp:lastPrinted>2024-02-01T08:18:00Z</cp:lastPrinted>
  <dcterms:created xsi:type="dcterms:W3CDTF">2017-06-12T02:35:05Z</dcterms:created>
  <dcterms:modified xsi:type="dcterms:W3CDTF">2026-07-14T07:48:50Z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0x010100BA6CB1EB31423D46833CA31FD6ECB729</vt:lpwstr>
  </property>
</Properties>
</file>